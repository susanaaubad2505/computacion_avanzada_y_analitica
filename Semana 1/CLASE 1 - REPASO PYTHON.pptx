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9" d="100"/>
          <a:sy n="69" d="100"/>
        </p:scale>
        <p:origin x="1234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17E1CE4-B6F4-4D41-A203-A89D73E60868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0FE27027-FC69-4207-A21E-355EF6B322B2}">
      <dgm:prSet/>
      <dgm:spPr/>
      <dgm:t>
        <a:bodyPr/>
        <a:lstStyle/>
        <a:p>
          <a:r>
            <a:rPr lang="es-419"/>
            <a:t>Recordar la sintaxis esencial de Python para programación científica.</a:t>
          </a:r>
          <a:endParaRPr lang="en-US"/>
        </a:p>
      </dgm:t>
    </dgm:pt>
    <dgm:pt modelId="{60083BB8-EAEE-4431-B559-4DF05C8AE456}" type="parTrans" cxnId="{087D815D-CCAD-48A8-9B17-71B5E6483136}">
      <dgm:prSet/>
      <dgm:spPr/>
      <dgm:t>
        <a:bodyPr/>
        <a:lstStyle/>
        <a:p>
          <a:endParaRPr lang="en-US"/>
        </a:p>
      </dgm:t>
    </dgm:pt>
    <dgm:pt modelId="{BC5D16AF-08E6-4107-89D5-8201FD8A9D77}" type="sibTrans" cxnId="{087D815D-CCAD-48A8-9B17-71B5E6483136}">
      <dgm:prSet/>
      <dgm:spPr/>
      <dgm:t>
        <a:bodyPr/>
        <a:lstStyle/>
        <a:p>
          <a:endParaRPr lang="en-US"/>
        </a:p>
      </dgm:t>
    </dgm:pt>
    <dgm:pt modelId="{26A63B7F-DC67-482C-A6DC-074EBA02B73C}">
      <dgm:prSet/>
      <dgm:spPr/>
      <dgm:t>
        <a:bodyPr/>
        <a:lstStyle/>
        <a:p>
          <a:r>
            <a:rPr lang="en-US"/>
            <a:t>Utilizar nuevamente las principales librerías de computación científica: NumPy, Pandas, Matplotlib, SciPy.</a:t>
          </a:r>
        </a:p>
      </dgm:t>
    </dgm:pt>
    <dgm:pt modelId="{9DC3B6AE-3A65-4070-A974-ACE98656AF69}" type="parTrans" cxnId="{25F0067B-1E85-4750-AEB7-FE2E1D9AC892}">
      <dgm:prSet/>
      <dgm:spPr/>
      <dgm:t>
        <a:bodyPr/>
        <a:lstStyle/>
        <a:p>
          <a:endParaRPr lang="en-US"/>
        </a:p>
      </dgm:t>
    </dgm:pt>
    <dgm:pt modelId="{E2DFD75D-5B8E-446F-A366-9F482803ADE2}" type="sibTrans" cxnId="{25F0067B-1E85-4750-AEB7-FE2E1D9AC892}">
      <dgm:prSet/>
      <dgm:spPr/>
      <dgm:t>
        <a:bodyPr/>
        <a:lstStyle/>
        <a:p>
          <a:endParaRPr lang="en-US"/>
        </a:p>
      </dgm:t>
    </dgm:pt>
    <dgm:pt modelId="{9FD21CF2-6084-4803-9483-ED093109DACF}">
      <dgm:prSet/>
      <dgm:spPr/>
      <dgm:t>
        <a:bodyPr/>
        <a:lstStyle/>
        <a:p>
          <a:r>
            <a:rPr lang="en-US"/>
            <a:t>Reconocer buenas prácticas para programación científica y desarrollo de notebooks.</a:t>
          </a:r>
        </a:p>
      </dgm:t>
    </dgm:pt>
    <dgm:pt modelId="{D94BA585-7A4E-4B9C-8BA3-C025BE84FDE2}" type="parTrans" cxnId="{A97B29A6-01DB-40C9-8E35-1A3A74A6FC02}">
      <dgm:prSet/>
      <dgm:spPr/>
      <dgm:t>
        <a:bodyPr/>
        <a:lstStyle/>
        <a:p>
          <a:endParaRPr lang="en-US"/>
        </a:p>
      </dgm:t>
    </dgm:pt>
    <dgm:pt modelId="{8D9E76BE-3C07-4D5F-9348-52B0E8F63F6B}" type="sibTrans" cxnId="{A97B29A6-01DB-40C9-8E35-1A3A74A6FC02}">
      <dgm:prSet/>
      <dgm:spPr/>
      <dgm:t>
        <a:bodyPr/>
        <a:lstStyle/>
        <a:p>
          <a:endParaRPr lang="en-US"/>
        </a:p>
      </dgm:t>
    </dgm:pt>
    <dgm:pt modelId="{B0DAD0A7-67CD-45AF-84F7-8A8570432504}">
      <dgm:prSet/>
      <dgm:spPr/>
      <dgm:t>
        <a:bodyPr/>
        <a:lstStyle/>
        <a:p>
          <a:r>
            <a:rPr lang="en-US"/>
            <a:t>Integrar estas herramientas en la solución de un problema científico sencillo.</a:t>
          </a:r>
        </a:p>
      </dgm:t>
    </dgm:pt>
    <dgm:pt modelId="{54734557-6A8E-4304-B2AA-6C64E41D5ADC}" type="parTrans" cxnId="{E3E88AC4-3B74-4AD4-9A2C-E4AB8B6630CC}">
      <dgm:prSet/>
      <dgm:spPr/>
      <dgm:t>
        <a:bodyPr/>
        <a:lstStyle/>
        <a:p>
          <a:endParaRPr lang="en-US"/>
        </a:p>
      </dgm:t>
    </dgm:pt>
    <dgm:pt modelId="{25F3A218-DF44-4B78-8F35-010A4C4AB8C7}" type="sibTrans" cxnId="{E3E88AC4-3B74-4AD4-9A2C-E4AB8B6630CC}">
      <dgm:prSet/>
      <dgm:spPr/>
      <dgm:t>
        <a:bodyPr/>
        <a:lstStyle/>
        <a:p>
          <a:endParaRPr lang="en-US"/>
        </a:p>
      </dgm:t>
    </dgm:pt>
    <dgm:pt modelId="{CE6E5147-54DB-41D5-9544-E3305935E984}" type="pres">
      <dgm:prSet presAssocID="{317E1CE4-B6F4-4D41-A203-A89D73E60868}" presName="outerComposite" presStyleCnt="0">
        <dgm:presLayoutVars>
          <dgm:chMax val="5"/>
          <dgm:dir/>
          <dgm:resizeHandles val="exact"/>
        </dgm:presLayoutVars>
      </dgm:prSet>
      <dgm:spPr/>
    </dgm:pt>
    <dgm:pt modelId="{AB74E772-2021-4F2B-A46C-6562A8C240AB}" type="pres">
      <dgm:prSet presAssocID="{317E1CE4-B6F4-4D41-A203-A89D73E60868}" presName="dummyMaxCanvas" presStyleCnt="0">
        <dgm:presLayoutVars/>
      </dgm:prSet>
      <dgm:spPr/>
    </dgm:pt>
    <dgm:pt modelId="{1B08F9B3-7A54-4E32-B509-5D936ED40FBC}" type="pres">
      <dgm:prSet presAssocID="{317E1CE4-B6F4-4D41-A203-A89D73E60868}" presName="FourNodes_1" presStyleLbl="node1" presStyleIdx="0" presStyleCnt="4">
        <dgm:presLayoutVars>
          <dgm:bulletEnabled val="1"/>
        </dgm:presLayoutVars>
      </dgm:prSet>
      <dgm:spPr/>
    </dgm:pt>
    <dgm:pt modelId="{62A84157-A168-4CFF-A75E-3B3385F22C6E}" type="pres">
      <dgm:prSet presAssocID="{317E1CE4-B6F4-4D41-A203-A89D73E60868}" presName="FourNodes_2" presStyleLbl="node1" presStyleIdx="1" presStyleCnt="4">
        <dgm:presLayoutVars>
          <dgm:bulletEnabled val="1"/>
        </dgm:presLayoutVars>
      </dgm:prSet>
      <dgm:spPr/>
    </dgm:pt>
    <dgm:pt modelId="{99BE90A0-CD67-48A4-970C-EC86D2173575}" type="pres">
      <dgm:prSet presAssocID="{317E1CE4-B6F4-4D41-A203-A89D73E60868}" presName="FourNodes_3" presStyleLbl="node1" presStyleIdx="2" presStyleCnt="4">
        <dgm:presLayoutVars>
          <dgm:bulletEnabled val="1"/>
        </dgm:presLayoutVars>
      </dgm:prSet>
      <dgm:spPr/>
    </dgm:pt>
    <dgm:pt modelId="{922108F2-16B4-47E6-948A-7116F68451EC}" type="pres">
      <dgm:prSet presAssocID="{317E1CE4-B6F4-4D41-A203-A89D73E60868}" presName="FourNodes_4" presStyleLbl="node1" presStyleIdx="3" presStyleCnt="4">
        <dgm:presLayoutVars>
          <dgm:bulletEnabled val="1"/>
        </dgm:presLayoutVars>
      </dgm:prSet>
      <dgm:spPr/>
    </dgm:pt>
    <dgm:pt modelId="{B5DD2321-44DD-4A9F-B8CA-1A4B5C460081}" type="pres">
      <dgm:prSet presAssocID="{317E1CE4-B6F4-4D41-A203-A89D73E60868}" presName="FourConn_1-2" presStyleLbl="fgAccFollowNode1" presStyleIdx="0" presStyleCnt="3">
        <dgm:presLayoutVars>
          <dgm:bulletEnabled val="1"/>
        </dgm:presLayoutVars>
      </dgm:prSet>
      <dgm:spPr/>
    </dgm:pt>
    <dgm:pt modelId="{308E2D1E-B509-4979-93EC-2756555534BA}" type="pres">
      <dgm:prSet presAssocID="{317E1CE4-B6F4-4D41-A203-A89D73E60868}" presName="FourConn_2-3" presStyleLbl="fgAccFollowNode1" presStyleIdx="1" presStyleCnt="3">
        <dgm:presLayoutVars>
          <dgm:bulletEnabled val="1"/>
        </dgm:presLayoutVars>
      </dgm:prSet>
      <dgm:spPr/>
    </dgm:pt>
    <dgm:pt modelId="{E97C3502-BB14-4F46-989D-5DA6008D2C33}" type="pres">
      <dgm:prSet presAssocID="{317E1CE4-B6F4-4D41-A203-A89D73E60868}" presName="FourConn_3-4" presStyleLbl="fgAccFollowNode1" presStyleIdx="2" presStyleCnt="3">
        <dgm:presLayoutVars>
          <dgm:bulletEnabled val="1"/>
        </dgm:presLayoutVars>
      </dgm:prSet>
      <dgm:spPr/>
    </dgm:pt>
    <dgm:pt modelId="{B2EE6A01-8C7F-43CB-B599-DB1A5AE437DA}" type="pres">
      <dgm:prSet presAssocID="{317E1CE4-B6F4-4D41-A203-A89D73E60868}" presName="FourNodes_1_text" presStyleLbl="node1" presStyleIdx="3" presStyleCnt="4">
        <dgm:presLayoutVars>
          <dgm:bulletEnabled val="1"/>
        </dgm:presLayoutVars>
      </dgm:prSet>
      <dgm:spPr/>
    </dgm:pt>
    <dgm:pt modelId="{990A8924-5CB5-49D4-B5AD-8681382AB92E}" type="pres">
      <dgm:prSet presAssocID="{317E1CE4-B6F4-4D41-A203-A89D73E60868}" presName="FourNodes_2_text" presStyleLbl="node1" presStyleIdx="3" presStyleCnt="4">
        <dgm:presLayoutVars>
          <dgm:bulletEnabled val="1"/>
        </dgm:presLayoutVars>
      </dgm:prSet>
      <dgm:spPr/>
    </dgm:pt>
    <dgm:pt modelId="{FA4BC7CA-4AFA-431F-9412-D31CF9E215C1}" type="pres">
      <dgm:prSet presAssocID="{317E1CE4-B6F4-4D41-A203-A89D73E60868}" presName="FourNodes_3_text" presStyleLbl="node1" presStyleIdx="3" presStyleCnt="4">
        <dgm:presLayoutVars>
          <dgm:bulletEnabled val="1"/>
        </dgm:presLayoutVars>
      </dgm:prSet>
      <dgm:spPr/>
    </dgm:pt>
    <dgm:pt modelId="{5922AC6A-D4CB-45F2-9B17-D28542562F64}" type="pres">
      <dgm:prSet presAssocID="{317E1CE4-B6F4-4D41-A203-A89D73E60868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4D737210-B8D5-4426-BC63-5C85FECDDEB2}" type="presOf" srcId="{26A63B7F-DC67-482C-A6DC-074EBA02B73C}" destId="{990A8924-5CB5-49D4-B5AD-8681382AB92E}" srcOrd="1" destOrd="0" presId="urn:microsoft.com/office/officeart/2005/8/layout/vProcess5"/>
    <dgm:cxn modelId="{4FF36B34-5E9B-4FF9-84B9-5C42122111C8}" type="presOf" srcId="{B0DAD0A7-67CD-45AF-84F7-8A8570432504}" destId="{922108F2-16B4-47E6-948A-7116F68451EC}" srcOrd="0" destOrd="0" presId="urn:microsoft.com/office/officeart/2005/8/layout/vProcess5"/>
    <dgm:cxn modelId="{6B442E39-6B6C-44B9-BE30-57BBF58BABF7}" type="presOf" srcId="{B0DAD0A7-67CD-45AF-84F7-8A8570432504}" destId="{5922AC6A-D4CB-45F2-9B17-D28542562F64}" srcOrd="1" destOrd="0" presId="urn:microsoft.com/office/officeart/2005/8/layout/vProcess5"/>
    <dgm:cxn modelId="{087D815D-CCAD-48A8-9B17-71B5E6483136}" srcId="{317E1CE4-B6F4-4D41-A203-A89D73E60868}" destId="{0FE27027-FC69-4207-A21E-355EF6B322B2}" srcOrd="0" destOrd="0" parTransId="{60083BB8-EAEE-4431-B559-4DF05C8AE456}" sibTransId="{BC5D16AF-08E6-4107-89D5-8201FD8A9D77}"/>
    <dgm:cxn modelId="{F77C2F6E-3930-4317-8A85-675563615D9F}" type="presOf" srcId="{317E1CE4-B6F4-4D41-A203-A89D73E60868}" destId="{CE6E5147-54DB-41D5-9544-E3305935E984}" srcOrd="0" destOrd="0" presId="urn:microsoft.com/office/officeart/2005/8/layout/vProcess5"/>
    <dgm:cxn modelId="{827B2953-3ED1-45B0-B442-AFC6FCD4360E}" type="presOf" srcId="{E2DFD75D-5B8E-446F-A366-9F482803ADE2}" destId="{308E2D1E-B509-4979-93EC-2756555534BA}" srcOrd="0" destOrd="0" presId="urn:microsoft.com/office/officeart/2005/8/layout/vProcess5"/>
    <dgm:cxn modelId="{61248073-3BB7-48FA-A3CF-65ED91A9FF8B}" type="presOf" srcId="{9FD21CF2-6084-4803-9483-ED093109DACF}" destId="{FA4BC7CA-4AFA-431F-9412-D31CF9E215C1}" srcOrd="1" destOrd="0" presId="urn:microsoft.com/office/officeart/2005/8/layout/vProcess5"/>
    <dgm:cxn modelId="{3F1FCD77-16D9-4A8A-9296-DD62392ACF79}" type="presOf" srcId="{0FE27027-FC69-4207-A21E-355EF6B322B2}" destId="{1B08F9B3-7A54-4E32-B509-5D936ED40FBC}" srcOrd="0" destOrd="0" presId="urn:microsoft.com/office/officeart/2005/8/layout/vProcess5"/>
    <dgm:cxn modelId="{25F0067B-1E85-4750-AEB7-FE2E1D9AC892}" srcId="{317E1CE4-B6F4-4D41-A203-A89D73E60868}" destId="{26A63B7F-DC67-482C-A6DC-074EBA02B73C}" srcOrd="1" destOrd="0" parTransId="{9DC3B6AE-3A65-4070-A974-ACE98656AF69}" sibTransId="{E2DFD75D-5B8E-446F-A366-9F482803ADE2}"/>
    <dgm:cxn modelId="{A97B29A6-01DB-40C9-8E35-1A3A74A6FC02}" srcId="{317E1CE4-B6F4-4D41-A203-A89D73E60868}" destId="{9FD21CF2-6084-4803-9483-ED093109DACF}" srcOrd="2" destOrd="0" parTransId="{D94BA585-7A4E-4B9C-8BA3-C025BE84FDE2}" sibTransId="{8D9E76BE-3C07-4D5F-9348-52B0E8F63F6B}"/>
    <dgm:cxn modelId="{E1CE8CB9-776E-4FEC-9566-9FB9D36E9D7B}" type="presOf" srcId="{0FE27027-FC69-4207-A21E-355EF6B322B2}" destId="{B2EE6A01-8C7F-43CB-B599-DB1A5AE437DA}" srcOrd="1" destOrd="0" presId="urn:microsoft.com/office/officeart/2005/8/layout/vProcess5"/>
    <dgm:cxn modelId="{B5A6B0BF-C014-497B-9EAC-A57429A850BA}" type="presOf" srcId="{9FD21CF2-6084-4803-9483-ED093109DACF}" destId="{99BE90A0-CD67-48A4-970C-EC86D2173575}" srcOrd="0" destOrd="0" presId="urn:microsoft.com/office/officeart/2005/8/layout/vProcess5"/>
    <dgm:cxn modelId="{E3E88AC4-3B74-4AD4-9A2C-E4AB8B6630CC}" srcId="{317E1CE4-B6F4-4D41-A203-A89D73E60868}" destId="{B0DAD0A7-67CD-45AF-84F7-8A8570432504}" srcOrd="3" destOrd="0" parTransId="{54734557-6A8E-4304-B2AA-6C64E41D5ADC}" sibTransId="{25F3A218-DF44-4B78-8F35-010A4C4AB8C7}"/>
    <dgm:cxn modelId="{AE71D7DD-4642-4520-94DE-E89F03A10A1C}" type="presOf" srcId="{26A63B7F-DC67-482C-A6DC-074EBA02B73C}" destId="{62A84157-A168-4CFF-A75E-3B3385F22C6E}" srcOrd="0" destOrd="0" presId="urn:microsoft.com/office/officeart/2005/8/layout/vProcess5"/>
    <dgm:cxn modelId="{8364D7F3-40B9-4990-98A2-DB1CE49C40C1}" type="presOf" srcId="{BC5D16AF-08E6-4107-89D5-8201FD8A9D77}" destId="{B5DD2321-44DD-4A9F-B8CA-1A4B5C460081}" srcOrd="0" destOrd="0" presId="urn:microsoft.com/office/officeart/2005/8/layout/vProcess5"/>
    <dgm:cxn modelId="{210CD5FC-0995-48CE-BAEC-036B1D87343E}" type="presOf" srcId="{8D9E76BE-3C07-4D5F-9348-52B0E8F63F6B}" destId="{E97C3502-BB14-4F46-989D-5DA6008D2C33}" srcOrd="0" destOrd="0" presId="urn:microsoft.com/office/officeart/2005/8/layout/vProcess5"/>
    <dgm:cxn modelId="{58934FE9-8496-4018-8936-AF3A1A60AE3A}" type="presParOf" srcId="{CE6E5147-54DB-41D5-9544-E3305935E984}" destId="{AB74E772-2021-4F2B-A46C-6562A8C240AB}" srcOrd="0" destOrd="0" presId="urn:microsoft.com/office/officeart/2005/8/layout/vProcess5"/>
    <dgm:cxn modelId="{582D2FFB-4A6F-4F5E-9257-8DB0729854CD}" type="presParOf" srcId="{CE6E5147-54DB-41D5-9544-E3305935E984}" destId="{1B08F9B3-7A54-4E32-B509-5D936ED40FBC}" srcOrd="1" destOrd="0" presId="urn:microsoft.com/office/officeart/2005/8/layout/vProcess5"/>
    <dgm:cxn modelId="{03AA0ED9-6126-4C55-9A05-0B86FBFDCFDA}" type="presParOf" srcId="{CE6E5147-54DB-41D5-9544-E3305935E984}" destId="{62A84157-A168-4CFF-A75E-3B3385F22C6E}" srcOrd="2" destOrd="0" presId="urn:microsoft.com/office/officeart/2005/8/layout/vProcess5"/>
    <dgm:cxn modelId="{A3016AFE-5B82-4A0A-8633-4B81C20F116D}" type="presParOf" srcId="{CE6E5147-54DB-41D5-9544-E3305935E984}" destId="{99BE90A0-CD67-48A4-970C-EC86D2173575}" srcOrd="3" destOrd="0" presId="urn:microsoft.com/office/officeart/2005/8/layout/vProcess5"/>
    <dgm:cxn modelId="{CEACB585-D439-4AAF-AD82-43D43F499460}" type="presParOf" srcId="{CE6E5147-54DB-41D5-9544-E3305935E984}" destId="{922108F2-16B4-47E6-948A-7116F68451EC}" srcOrd="4" destOrd="0" presId="urn:microsoft.com/office/officeart/2005/8/layout/vProcess5"/>
    <dgm:cxn modelId="{6666B24E-B7B8-4048-BC58-F353948B92F7}" type="presParOf" srcId="{CE6E5147-54DB-41D5-9544-E3305935E984}" destId="{B5DD2321-44DD-4A9F-B8CA-1A4B5C460081}" srcOrd="5" destOrd="0" presId="urn:microsoft.com/office/officeart/2005/8/layout/vProcess5"/>
    <dgm:cxn modelId="{F6510C02-54F1-4383-8B35-A480E1E9E775}" type="presParOf" srcId="{CE6E5147-54DB-41D5-9544-E3305935E984}" destId="{308E2D1E-B509-4979-93EC-2756555534BA}" srcOrd="6" destOrd="0" presId="urn:microsoft.com/office/officeart/2005/8/layout/vProcess5"/>
    <dgm:cxn modelId="{E42003EE-0252-4C72-A34E-30F8D11580D6}" type="presParOf" srcId="{CE6E5147-54DB-41D5-9544-E3305935E984}" destId="{E97C3502-BB14-4F46-989D-5DA6008D2C33}" srcOrd="7" destOrd="0" presId="urn:microsoft.com/office/officeart/2005/8/layout/vProcess5"/>
    <dgm:cxn modelId="{7E8E69DC-4B37-49B5-8C95-6C3BB339C20E}" type="presParOf" srcId="{CE6E5147-54DB-41D5-9544-E3305935E984}" destId="{B2EE6A01-8C7F-43CB-B599-DB1A5AE437DA}" srcOrd="8" destOrd="0" presId="urn:microsoft.com/office/officeart/2005/8/layout/vProcess5"/>
    <dgm:cxn modelId="{9252108C-5509-45FA-B129-A249E63B67B0}" type="presParOf" srcId="{CE6E5147-54DB-41D5-9544-E3305935E984}" destId="{990A8924-5CB5-49D4-B5AD-8681382AB92E}" srcOrd="9" destOrd="0" presId="urn:microsoft.com/office/officeart/2005/8/layout/vProcess5"/>
    <dgm:cxn modelId="{9A6955C2-5F3F-419E-A6CE-D8DEFEDB610A}" type="presParOf" srcId="{CE6E5147-54DB-41D5-9544-E3305935E984}" destId="{FA4BC7CA-4AFA-431F-9412-D31CF9E215C1}" srcOrd="10" destOrd="0" presId="urn:microsoft.com/office/officeart/2005/8/layout/vProcess5"/>
    <dgm:cxn modelId="{E4545D9A-5DB2-4377-A1B3-F9B0DB9F45A0}" type="presParOf" srcId="{CE6E5147-54DB-41D5-9544-E3305935E984}" destId="{5922AC6A-D4CB-45F2-9B17-D28542562F64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9647B6A-A064-43E0-A4E3-3307D3B173BE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CO"/>
        </a:p>
      </dgm:t>
    </dgm:pt>
    <dgm:pt modelId="{3785C956-8947-47F0-B5FD-D12FFA0C18AF}">
      <dgm:prSet phldrT="[Texto]"/>
      <dgm:spPr/>
      <dgm:t>
        <a:bodyPr/>
        <a:lstStyle/>
        <a:p>
          <a:r>
            <a:rPr lang="es-CO" dirty="0">
              <a:latin typeface="Aptos" panose="020B0004020202020204" pitchFamily="34" charset="0"/>
            </a:rPr>
            <a:t>Problema Físico</a:t>
          </a:r>
        </a:p>
      </dgm:t>
    </dgm:pt>
    <dgm:pt modelId="{6F7087C5-4378-4204-B8D8-066C6C718BED}" type="parTrans" cxnId="{BBA15808-08FB-4422-A81A-ECC26B2E0FDF}">
      <dgm:prSet/>
      <dgm:spPr/>
      <dgm:t>
        <a:bodyPr/>
        <a:lstStyle/>
        <a:p>
          <a:endParaRPr lang="es-CO"/>
        </a:p>
      </dgm:t>
    </dgm:pt>
    <dgm:pt modelId="{D4FB6572-E996-40BB-9318-FE32A86F920F}" type="sibTrans" cxnId="{BBA15808-08FB-4422-A81A-ECC26B2E0FDF}">
      <dgm:prSet/>
      <dgm:spPr/>
      <dgm:t>
        <a:bodyPr/>
        <a:lstStyle/>
        <a:p>
          <a:endParaRPr lang="es-CO"/>
        </a:p>
      </dgm:t>
    </dgm:pt>
    <dgm:pt modelId="{544E6E09-0A51-41E9-A4AF-AE43968CA320}">
      <dgm:prSet phldrT="[Texto]"/>
      <dgm:spPr/>
      <dgm:t>
        <a:bodyPr/>
        <a:lstStyle/>
        <a:p>
          <a:r>
            <a:rPr lang="es-CO" dirty="0"/>
            <a:t>Modelo Matemático</a:t>
          </a:r>
        </a:p>
      </dgm:t>
    </dgm:pt>
    <dgm:pt modelId="{6050A4A0-13CD-46F8-A259-A8419D7A1D56}" type="parTrans" cxnId="{E078097D-5AB0-4DCD-96C4-642C81138E2D}">
      <dgm:prSet/>
      <dgm:spPr/>
      <dgm:t>
        <a:bodyPr/>
        <a:lstStyle/>
        <a:p>
          <a:endParaRPr lang="es-CO"/>
        </a:p>
      </dgm:t>
    </dgm:pt>
    <dgm:pt modelId="{084E5D13-28D0-414A-9522-6CDA06EA9443}" type="sibTrans" cxnId="{E078097D-5AB0-4DCD-96C4-642C81138E2D}">
      <dgm:prSet/>
      <dgm:spPr/>
      <dgm:t>
        <a:bodyPr/>
        <a:lstStyle/>
        <a:p>
          <a:endParaRPr lang="es-CO"/>
        </a:p>
      </dgm:t>
    </dgm:pt>
    <dgm:pt modelId="{E0026086-357A-4E95-A8D0-EEED3787B187}">
      <dgm:prSet phldrT="[Texto]"/>
      <dgm:spPr/>
      <dgm:t>
        <a:bodyPr/>
        <a:lstStyle/>
        <a:p>
          <a:r>
            <a:rPr lang="es-CO" dirty="0"/>
            <a:t>Implementación Computacional</a:t>
          </a:r>
        </a:p>
      </dgm:t>
    </dgm:pt>
    <dgm:pt modelId="{049628B1-6CAE-49F8-9677-B3CD00E43F5E}" type="parTrans" cxnId="{B8B81533-A785-4498-8C47-609E486795C3}">
      <dgm:prSet/>
      <dgm:spPr/>
      <dgm:t>
        <a:bodyPr/>
        <a:lstStyle/>
        <a:p>
          <a:endParaRPr lang="es-CO"/>
        </a:p>
      </dgm:t>
    </dgm:pt>
    <dgm:pt modelId="{3612A136-CE80-4A1B-BB51-C5A0B0C37146}" type="sibTrans" cxnId="{B8B81533-A785-4498-8C47-609E486795C3}">
      <dgm:prSet/>
      <dgm:spPr/>
      <dgm:t>
        <a:bodyPr/>
        <a:lstStyle/>
        <a:p>
          <a:endParaRPr lang="es-CO"/>
        </a:p>
      </dgm:t>
    </dgm:pt>
    <dgm:pt modelId="{AAFBCEE9-9502-4E77-BAEE-A305DBA5E238}">
      <dgm:prSet phldrT="[Text]" phldr="0"/>
      <dgm:spPr/>
      <dgm:t>
        <a:bodyPr/>
        <a:lstStyle/>
        <a:p>
          <a:r>
            <a:rPr lang="es-419" dirty="0"/>
            <a:t>Resultados Numéricos</a:t>
          </a:r>
          <a:endParaRPr lang="en-US" dirty="0"/>
        </a:p>
      </dgm:t>
    </dgm:pt>
    <dgm:pt modelId="{15571D94-9C95-416B-95D9-C7C6E62E2999}" type="parTrans" cxnId="{BFE7124A-3767-4B46-BC4B-175BBD48F12B}">
      <dgm:prSet/>
      <dgm:spPr/>
      <dgm:t>
        <a:bodyPr/>
        <a:lstStyle/>
        <a:p>
          <a:endParaRPr lang="en-US"/>
        </a:p>
      </dgm:t>
    </dgm:pt>
    <dgm:pt modelId="{23AFB5F4-C94F-4423-A408-05AF83218FC0}" type="sibTrans" cxnId="{BFE7124A-3767-4B46-BC4B-175BBD48F12B}">
      <dgm:prSet/>
      <dgm:spPr/>
      <dgm:t>
        <a:bodyPr/>
        <a:lstStyle/>
        <a:p>
          <a:endParaRPr lang="en-US"/>
        </a:p>
      </dgm:t>
    </dgm:pt>
    <dgm:pt modelId="{0E116E61-9389-4A32-B945-C9F6E52C227F}">
      <dgm:prSet phldrT="[Text]" phldr="0"/>
      <dgm:spPr/>
      <dgm:t>
        <a:bodyPr/>
        <a:lstStyle/>
        <a:p>
          <a:r>
            <a:rPr lang="es-419" dirty="0"/>
            <a:t>Visualización</a:t>
          </a:r>
          <a:endParaRPr lang="en-US" dirty="0"/>
        </a:p>
      </dgm:t>
    </dgm:pt>
    <dgm:pt modelId="{B2F6B2D2-B61D-4687-91E9-461D8799B9E9}" type="parTrans" cxnId="{F663D9C0-8576-4B4E-960B-870D1926BD0D}">
      <dgm:prSet/>
      <dgm:spPr/>
      <dgm:t>
        <a:bodyPr/>
        <a:lstStyle/>
        <a:p>
          <a:endParaRPr lang="en-US"/>
        </a:p>
      </dgm:t>
    </dgm:pt>
    <dgm:pt modelId="{722A15E6-1A42-46C1-92BC-93C011FED456}" type="sibTrans" cxnId="{F663D9C0-8576-4B4E-960B-870D1926BD0D}">
      <dgm:prSet/>
      <dgm:spPr/>
      <dgm:t>
        <a:bodyPr/>
        <a:lstStyle/>
        <a:p>
          <a:endParaRPr lang="en-US"/>
        </a:p>
      </dgm:t>
    </dgm:pt>
    <dgm:pt modelId="{31CC69F7-1986-4089-9635-FD907B6B73EA}">
      <dgm:prSet phldrT="[Text]" phldr="0"/>
      <dgm:spPr/>
      <dgm:t>
        <a:bodyPr/>
        <a:lstStyle/>
        <a:p>
          <a:r>
            <a:rPr lang="es-419" dirty="0"/>
            <a:t>Interpretación Científica</a:t>
          </a:r>
          <a:endParaRPr lang="en-US" dirty="0"/>
        </a:p>
      </dgm:t>
    </dgm:pt>
    <dgm:pt modelId="{63BC5EE3-2C5A-43EC-9D11-6E301274B441}" type="parTrans" cxnId="{E6D517E2-EA27-4F25-BA3A-6BDB8358E0DD}">
      <dgm:prSet/>
      <dgm:spPr/>
      <dgm:t>
        <a:bodyPr/>
        <a:lstStyle/>
        <a:p>
          <a:endParaRPr lang="en-US"/>
        </a:p>
      </dgm:t>
    </dgm:pt>
    <dgm:pt modelId="{D17292F0-6480-4A8A-9A47-FDCAB8A4EBB9}" type="sibTrans" cxnId="{E6D517E2-EA27-4F25-BA3A-6BDB8358E0DD}">
      <dgm:prSet/>
      <dgm:spPr/>
      <dgm:t>
        <a:bodyPr/>
        <a:lstStyle/>
        <a:p>
          <a:endParaRPr lang="en-US"/>
        </a:p>
      </dgm:t>
    </dgm:pt>
    <dgm:pt modelId="{08810E34-2FBD-4366-AB6D-E7B7712E9462}" type="pres">
      <dgm:prSet presAssocID="{B9647B6A-A064-43E0-A4E3-3307D3B173BE}" presName="diagram" presStyleCnt="0">
        <dgm:presLayoutVars>
          <dgm:dir/>
          <dgm:resizeHandles val="exact"/>
        </dgm:presLayoutVars>
      </dgm:prSet>
      <dgm:spPr/>
    </dgm:pt>
    <dgm:pt modelId="{77CAAC9B-496B-453B-B4BF-DBE1A0120C3A}" type="pres">
      <dgm:prSet presAssocID="{3785C956-8947-47F0-B5FD-D12FFA0C18AF}" presName="node" presStyleLbl="node1" presStyleIdx="0" presStyleCnt="6">
        <dgm:presLayoutVars>
          <dgm:bulletEnabled val="1"/>
        </dgm:presLayoutVars>
      </dgm:prSet>
      <dgm:spPr/>
    </dgm:pt>
    <dgm:pt modelId="{F6AAA6FE-B267-4005-9F45-208B75619B8D}" type="pres">
      <dgm:prSet presAssocID="{D4FB6572-E996-40BB-9318-FE32A86F920F}" presName="sibTrans" presStyleCnt="0"/>
      <dgm:spPr/>
    </dgm:pt>
    <dgm:pt modelId="{771971AB-E2A2-479B-9C19-0B67E2E55C59}" type="pres">
      <dgm:prSet presAssocID="{544E6E09-0A51-41E9-A4AF-AE43968CA320}" presName="node" presStyleLbl="node1" presStyleIdx="1" presStyleCnt="6">
        <dgm:presLayoutVars>
          <dgm:bulletEnabled val="1"/>
        </dgm:presLayoutVars>
      </dgm:prSet>
      <dgm:spPr/>
    </dgm:pt>
    <dgm:pt modelId="{CD7C99CA-6883-4E45-9FEB-6F2C6A522FD4}" type="pres">
      <dgm:prSet presAssocID="{084E5D13-28D0-414A-9522-6CDA06EA9443}" presName="sibTrans" presStyleCnt="0"/>
      <dgm:spPr/>
    </dgm:pt>
    <dgm:pt modelId="{AC976A43-A5BA-41CC-B6D3-E728E3BF8C80}" type="pres">
      <dgm:prSet presAssocID="{E0026086-357A-4E95-A8D0-EEED3787B187}" presName="node" presStyleLbl="node1" presStyleIdx="2" presStyleCnt="6">
        <dgm:presLayoutVars>
          <dgm:bulletEnabled val="1"/>
        </dgm:presLayoutVars>
      </dgm:prSet>
      <dgm:spPr/>
    </dgm:pt>
    <dgm:pt modelId="{B56F46CF-C2B7-46DE-B41E-C9DF40F9C342}" type="pres">
      <dgm:prSet presAssocID="{3612A136-CE80-4A1B-BB51-C5A0B0C37146}" presName="sibTrans" presStyleCnt="0"/>
      <dgm:spPr/>
    </dgm:pt>
    <dgm:pt modelId="{2799F6FA-2780-4E6A-BBAB-53D98B619719}" type="pres">
      <dgm:prSet presAssocID="{AAFBCEE9-9502-4E77-BAEE-A305DBA5E238}" presName="node" presStyleLbl="node1" presStyleIdx="3" presStyleCnt="6">
        <dgm:presLayoutVars>
          <dgm:bulletEnabled val="1"/>
        </dgm:presLayoutVars>
      </dgm:prSet>
      <dgm:spPr/>
    </dgm:pt>
    <dgm:pt modelId="{9716686B-6199-49A4-BBF3-83E4220E5B2D}" type="pres">
      <dgm:prSet presAssocID="{23AFB5F4-C94F-4423-A408-05AF83218FC0}" presName="sibTrans" presStyleCnt="0"/>
      <dgm:spPr/>
    </dgm:pt>
    <dgm:pt modelId="{10D2B052-7E65-46B8-95ED-78D79F683A69}" type="pres">
      <dgm:prSet presAssocID="{0E116E61-9389-4A32-B945-C9F6E52C227F}" presName="node" presStyleLbl="node1" presStyleIdx="4" presStyleCnt="6">
        <dgm:presLayoutVars>
          <dgm:bulletEnabled val="1"/>
        </dgm:presLayoutVars>
      </dgm:prSet>
      <dgm:spPr/>
    </dgm:pt>
    <dgm:pt modelId="{D63293A9-9B03-496E-87F9-47AA641F2A15}" type="pres">
      <dgm:prSet presAssocID="{722A15E6-1A42-46C1-92BC-93C011FED456}" presName="sibTrans" presStyleCnt="0"/>
      <dgm:spPr/>
    </dgm:pt>
    <dgm:pt modelId="{376558B5-D3A7-4976-AAEB-A0B65E9C8CA2}" type="pres">
      <dgm:prSet presAssocID="{31CC69F7-1986-4089-9635-FD907B6B73EA}" presName="node" presStyleLbl="node1" presStyleIdx="5" presStyleCnt="6">
        <dgm:presLayoutVars>
          <dgm:bulletEnabled val="1"/>
        </dgm:presLayoutVars>
      </dgm:prSet>
      <dgm:spPr/>
    </dgm:pt>
  </dgm:ptLst>
  <dgm:cxnLst>
    <dgm:cxn modelId="{BBA15808-08FB-4422-A81A-ECC26B2E0FDF}" srcId="{B9647B6A-A064-43E0-A4E3-3307D3B173BE}" destId="{3785C956-8947-47F0-B5FD-D12FFA0C18AF}" srcOrd="0" destOrd="0" parTransId="{6F7087C5-4378-4204-B8D8-066C6C718BED}" sibTransId="{D4FB6572-E996-40BB-9318-FE32A86F920F}"/>
    <dgm:cxn modelId="{DC046825-1554-40BF-A527-250CC2C0AEA2}" type="presOf" srcId="{B9647B6A-A064-43E0-A4E3-3307D3B173BE}" destId="{08810E34-2FBD-4366-AB6D-E7B7712E9462}" srcOrd="0" destOrd="0" presId="urn:microsoft.com/office/officeart/2005/8/layout/default"/>
    <dgm:cxn modelId="{B8B81533-A785-4498-8C47-609E486795C3}" srcId="{B9647B6A-A064-43E0-A4E3-3307D3B173BE}" destId="{E0026086-357A-4E95-A8D0-EEED3787B187}" srcOrd="2" destOrd="0" parTransId="{049628B1-6CAE-49F8-9677-B3CD00E43F5E}" sibTransId="{3612A136-CE80-4A1B-BB51-C5A0B0C37146}"/>
    <dgm:cxn modelId="{BF2FAF37-A2A6-4AE1-9D53-3F71E1D5D22E}" type="presOf" srcId="{0E116E61-9389-4A32-B945-C9F6E52C227F}" destId="{10D2B052-7E65-46B8-95ED-78D79F683A69}" srcOrd="0" destOrd="0" presId="urn:microsoft.com/office/officeart/2005/8/layout/default"/>
    <dgm:cxn modelId="{BB3D0F3C-4980-400F-8390-D87EC13EC317}" type="presOf" srcId="{E0026086-357A-4E95-A8D0-EEED3787B187}" destId="{AC976A43-A5BA-41CC-B6D3-E728E3BF8C80}" srcOrd="0" destOrd="0" presId="urn:microsoft.com/office/officeart/2005/8/layout/default"/>
    <dgm:cxn modelId="{E0665945-2D0D-4243-8D70-D45F3B5B8BCA}" type="presOf" srcId="{3785C956-8947-47F0-B5FD-D12FFA0C18AF}" destId="{77CAAC9B-496B-453B-B4BF-DBE1A0120C3A}" srcOrd="0" destOrd="0" presId="urn:microsoft.com/office/officeart/2005/8/layout/default"/>
    <dgm:cxn modelId="{BFE7124A-3767-4B46-BC4B-175BBD48F12B}" srcId="{B9647B6A-A064-43E0-A4E3-3307D3B173BE}" destId="{AAFBCEE9-9502-4E77-BAEE-A305DBA5E238}" srcOrd="3" destOrd="0" parTransId="{15571D94-9C95-416B-95D9-C7C6E62E2999}" sibTransId="{23AFB5F4-C94F-4423-A408-05AF83218FC0}"/>
    <dgm:cxn modelId="{9A92DB78-B500-4746-8638-5FA1C21B8724}" type="presOf" srcId="{31CC69F7-1986-4089-9635-FD907B6B73EA}" destId="{376558B5-D3A7-4976-AAEB-A0B65E9C8CA2}" srcOrd="0" destOrd="0" presId="urn:microsoft.com/office/officeart/2005/8/layout/default"/>
    <dgm:cxn modelId="{E078097D-5AB0-4DCD-96C4-642C81138E2D}" srcId="{B9647B6A-A064-43E0-A4E3-3307D3B173BE}" destId="{544E6E09-0A51-41E9-A4AF-AE43968CA320}" srcOrd="1" destOrd="0" parTransId="{6050A4A0-13CD-46F8-A259-A8419D7A1D56}" sibTransId="{084E5D13-28D0-414A-9522-6CDA06EA9443}"/>
    <dgm:cxn modelId="{F663D9C0-8576-4B4E-960B-870D1926BD0D}" srcId="{B9647B6A-A064-43E0-A4E3-3307D3B173BE}" destId="{0E116E61-9389-4A32-B945-C9F6E52C227F}" srcOrd="4" destOrd="0" parTransId="{B2F6B2D2-B61D-4687-91E9-461D8799B9E9}" sibTransId="{722A15E6-1A42-46C1-92BC-93C011FED456}"/>
    <dgm:cxn modelId="{8618AADC-DAB0-4B3E-90A2-97623ABD4CBA}" type="presOf" srcId="{544E6E09-0A51-41E9-A4AF-AE43968CA320}" destId="{771971AB-E2A2-479B-9C19-0B67E2E55C59}" srcOrd="0" destOrd="0" presId="urn:microsoft.com/office/officeart/2005/8/layout/default"/>
    <dgm:cxn modelId="{E6D517E2-EA27-4F25-BA3A-6BDB8358E0DD}" srcId="{B9647B6A-A064-43E0-A4E3-3307D3B173BE}" destId="{31CC69F7-1986-4089-9635-FD907B6B73EA}" srcOrd="5" destOrd="0" parTransId="{63BC5EE3-2C5A-43EC-9D11-6E301274B441}" sibTransId="{D17292F0-6480-4A8A-9A47-FDCAB8A4EBB9}"/>
    <dgm:cxn modelId="{CBAA26E9-1B4B-4B57-973D-908DD5469AF8}" type="presOf" srcId="{AAFBCEE9-9502-4E77-BAEE-A305DBA5E238}" destId="{2799F6FA-2780-4E6A-BBAB-53D98B619719}" srcOrd="0" destOrd="0" presId="urn:microsoft.com/office/officeart/2005/8/layout/default"/>
    <dgm:cxn modelId="{6F063226-AE3F-43B4-9D8B-E3618E2A80FC}" type="presParOf" srcId="{08810E34-2FBD-4366-AB6D-E7B7712E9462}" destId="{77CAAC9B-496B-453B-B4BF-DBE1A0120C3A}" srcOrd="0" destOrd="0" presId="urn:microsoft.com/office/officeart/2005/8/layout/default"/>
    <dgm:cxn modelId="{B104E857-956B-40ED-90F4-8C9C1146E5E4}" type="presParOf" srcId="{08810E34-2FBD-4366-AB6D-E7B7712E9462}" destId="{F6AAA6FE-B267-4005-9F45-208B75619B8D}" srcOrd="1" destOrd="0" presId="urn:microsoft.com/office/officeart/2005/8/layout/default"/>
    <dgm:cxn modelId="{14A98DC2-F922-405C-B05E-0D2B353FF768}" type="presParOf" srcId="{08810E34-2FBD-4366-AB6D-E7B7712E9462}" destId="{771971AB-E2A2-479B-9C19-0B67E2E55C59}" srcOrd="2" destOrd="0" presId="urn:microsoft.com/office/officeart/2005/8/layout/default"/>
    <dgm:cxn modelId="{B126B6AD-D1C7-420F-8E00-0535CF5C29DC}" type="presParOf" srcId="{08810E34-2FBD-4366-AB6D-E7B7712E9462}" destId="{CD7C99CA-6883-4E45-9FEB-6F2C6A522FD4}" srcOrd="3" destOrd="0" presId="urn:microsoft.com/office/officeart/2005/8/layout/default"/>
    <dgm:cxn modelId="{C3144ECD-CC07-4F99-BD7E-FA813029D138}" type="presParOf" srcId="{08810E34-2FBD-4366-AB6D-E7B7712E9462}" destId="{AC976A43-A5BA-41CC-B6D3-E728E3BF8C80}" srcOrd="4" destOrd="0" presId="urn:microsoft.com/office/officeart/2005/8/layout/default"/>
    <dgm:cxn modelId="{5011F706-8939-4580-ABEF-94C34FE2297D}" type="presParOf" srcId="{08810E34-2FBD-4366-AB6D-E7B7712E9462}" destId="{B56F46CF-C2B7-46DE-B41E-C9DF40F9C342}" srcOrd="5" destOrd="0" presId="urn:microsoft.com/office/officeart/2005/8/layout/default"/>
    <dgm:cxn modelId="{BFED1CD6-4780-401A-8B1A-9E7C513E35D0}" type="presParOf" srcId="{08810E34-2FBD-4366-AB6D-E7B7712E9462}" destId="{2799F6FA-2780-4E6A-BBAB-53D98B619719}" srcOrd="6" destOrd="0" presId="urn:microsoft.com/office/officeart/2005/8/layout/default"/>
    <dgm:cxn modelId="{87CAD1F6-AF6F-4D98-996A-FA13F8316627}" type="presParOf" srcId="{08810E34-2FBD-4366-AB6D-E7B7712E9462}" destId="{9716686B-6199-49A4-BBF3-83E4220E5B2D}" srcOrd="7" destOrd="0" presId="urn:microsoft.com/office/officeart/2005/8/layout/default"/>
    <dgm:cxn modelId="{1FA30F7B-A1DC-4787-A35C-1C1B1A5DCDC7}" type="presParOf" srcId="{08810E34-2FBD-4366-AB6D-E7B7712E9462}" destId="{10D2B052-7E65-46B8-95ED-78D79F683A69}" srcOrd="8" destOrd="0" presId="urn:microsoft.com/office/officeart/2005/8/layout/default"/>
    <dgm:cxn modelId="{1B7EEBF4-559F-4AB8-8D44-D7E5859F77FD}" type="presParOf" srcId="{08810E34-2FBD-4366-AB6D-E7B7712E9462}" destId="{D63293A9-9B03-496E-87F9-47AA641F2A15}" srcOrd="9" destOrd="0" presId="urn:microsoft.com/office/officeart/2005/8/layout/default"/>
    <dgm:cxn modelId="{8C88F6E1-48E3-4BC5-8AD5-AF0A97AF1424}" type="presParOf" srcId="{08810E34-2FBD-4366-AB6D-E7B7712E9462}" destId="{376558B5-D3A7-4976-AAEB-A0B65E9C8CA2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B3D99C4-8094-4B58-BCC2-930219B3D17B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F9B40A5-C55C-4B77-96A6-5D016A6F4FA0}">
      <dgm:prSet phldrT="[Text]"/>
      <dgm:spPr/>
      <dgm:t>
        <a:bodyPr/>
        <a:lstStyle/>
        <a:p>
          <a:pPr>
            <a:buNone/>
          </a:pPr>
          <a:r>
            <a:rPr lang="en-US" dirty="0"/>
            <a:t>Problema </a:t>
          </a:r>
          <a:r>
            <a:rPr lang="en-US" dirty="0" err="1"/>
            <a:t>físico</a:t>
          </a:r>
          <a:endParaRPr lang="en-US" dirty="0"/>
        </a:p>
      </dgm:t>
    </dgm:pt>
    <dgm:pt modelId="{79ECB079-A6B8-4228-84D8-EE01B0355BE2}" type="parTrans" cxnId="{6289C96E-34F9-4AFC-84F3-8F43998833CD}">
      <dgm:prSet/>
      <dgm:spPr/>
      <dgm:t>
        <a:bodyPr/>
        <a:lstStyle/>
        <a:p>
          <a:endParaRPr lang="en-US"/>
        </a:p>
      </dgm:t>
    </dgm:pt>
    <dgm:pt modelId="{6517336A-43BB-4FB4-8A1F-226E41E80165}" type="sibTrans" cxnId="{6289C96E-34F9-4AFC-84F3-8F43998833CD}">
      <dgm:prSet/>
      <dgm:spPr/>
      <dgm:t>
        <a:bodyPr/>
        <a:lstStyle/>
        <a:p>
          <a:endParaRPr lang="en-US"/>
        </a:p>
      </dgm:t>
    </dgm:pt>
    <dgm:pt modelId="{99DE7983-9A1A-4840-A548-D0397C929FD8}">
      <dgm:prSet phldrT="[Text]"/>
      <dgm:spPr/>
      <dgm:t>
        <a:bodyPr/>
        <a:lstStyle/>
        <a:p>
          <a:pPr>
            <a:buFont typeface="Arial" panose="020B0604020202020204" pitchFamily="34" charset="0"/>
            <a:buNone/>
          </a:pPr>
          <a:r>
            <a:rPr lang="en-US" dirty="0">
              <a:latin typeface="Aptos" panose="020B0004020202020204" pitchFamily="34" charset="0"/>
            </a:rPr>
            <a:t>¿</a:t>
          </a:r>
          <a:r>
            <a:rPr lang="en-US" dirty="0" err="1">
              <a:latin typeface="Aptos" panose="020B0004020202020204" pitchFamily="34" charset="0"/>
            </a:rPr>
            <a:t>Cómo</a:t>
          </a:r>
          <a:r>
            <a:rPr lang="en-US" dirty="0">
              <a:latin typeface="Aptos" panose="020B0004020202020204" pitchFamily="34" charset="0"/>
            </a:rPr>
            <a:t> </a:t>
          </a:r>
          <a:r>
            <a:rPr lang="en-US" dirty="0" err="1">
              <a:latin typeface="Aptos" panose="020B0004020202020204" pitchFamily="34" charset="0"/>
            </a:rPr>
            <a:t>evoluciona</a:t>
          </a:r>
          <a:r>
            <a:rPr lang="en-US" dirty="0">
              <a:latin typeface="Aptos" panose="020B0004020202020204" pitchFamily="34" charset="0"/>
            </a:rPr>
            <a:t> un </a:t>
          </a:r>
          <a:r>
            <a:rPr lang="en-US" dirty="0" err="1">
              <a:latin typeface="Aptos" panose="020B0004020202020204" pitchFamily="34" charset="0"/>
            </a:rPr>
            <a:t>péndulo</a:t>
          </a:r>
          <a:r>
            <a:rPr lang="en-US" dirty="0">
              <a:latin typeface="Aptos" panose="020B0004020202020204" pitchFamily="34" charset="0"/>
            </a:rPr>
            <a:t> </a:t>
          </a:r>
          <a:r>
            <a:rPr lang="en-US" dirty="0" err="1">
              <a:latin typeface="Aptos" panose="020B0004020202020204" pitchFamily="34" charset="0"/>
            </a:rPr>
            <a:t>amortiguado</a:t>
          </a:r>
          <a:r>
            <a:rPr lang="en-US" dirty="0">
              <a:latin typeface="Aptos" panose="020B0004020202020204" pitchFamily="34" charset="0"/>
            </a:rPr>
            <a:t>?</a:t>
          </a:r>
        </a:p>
      </dgm:t>
    </dgm:pt>
    <dgm:pt modelId="{D21C26DB-3901-477F-84E2-265389D50710}" type="parTrans" cxnId="{F30B3CCB-C041-4B94-A3D1-F58160F7A6C7}">
      <dgm:prSet/>
      <dgm:spPr/>
      <dgm:t>
        <a:bodyPr/>
        <a:lstStyle/>
        <a:p>
          <a:endParaRPr lang="en-US"/>
        </a:p>
      </dgm:t>
    </dgm:pt>
    <dgm:pt modelId="{30E4CD75-02DA-4504-9FAE-C440EDC56B08}" type="sibTrans" cxnId="{F30B3CCB-C041-4B94-A3D1-F58160F7A6C7}">
      <dgm:prSet/>
      <dgm:spPr/>
      <dgm:t>
        <a:bodyPr/>
        <a:lstStyle/>
        <a:p>
          <a:endParaRPr lang="en-US"/>
        </a:p>
      </dgm:t>
    </dgm:pt>
    <dgm:pt modelId="{31B7D9D2-2840-4D06-A8E5-B2F5CBB4199F}">
      <dgm:prSet phldrT="[Text]"/>
      <dgm:spPr/>
      <dgm:t>
        <a:bodyPr/>
        <a:lstStyle/>
        <a:p>
          <a:pPr>
            <a:buNone/>
          </a:pPr>
          <a:r>
            <a:rPr lang="en-US" dirty="0"/>
            <a:t>Modelo </a:t>
          </a:r>
          <a:r>
            <a:rPr lang="en-US" dirty="0" err="1">
              <a:latin typeface="Aptos" panose="020B0004020202020204" pitchFamily="34" charset="0"/>
            </a:rPr>
            <a:t>matemático</a:t>
          </a:r>
          <a:endParaRPr lang="en-US" dirty="0">
            <a:latin typeface="Aptos" panose="020B0004020202020204" pitchFamily="34" charset="0"/>
          </a:endParaRPr>
        </a:p>
      </dgm:t>
    </dgm:pt>
    <dgm:pt modelId="{17474198-BFF7-4368-8DE9-843007AC2F2A}" type="parTrans" cxnId="{6138EB62-B38B-4095-85CA-1876263F2A79}">
      <dgm:prSet/>
      <dgm:spPr/>
      <dgm:t>
        <a:bodyPr/>
        <a:lstStyle/>
        <a:p>
          <a:endParaRPr lang="en-US"/>
        </a:p>
      </dgm:t>
    </dgm:pt>
    <dgm:pt modelId="{F22628DF-2EDB-4865-B36E-520B3CE8E6EE}" type="sibTrans" cxnId="{6138EB62-B38B-4095-85CA-1876263F2A79}">
      <dgm:prSet/>
      <dgm:spPr/>
      <dgm:t>
        <a:bodyPr/>
        <a:lstStyle/>
        <a:p>
          <a:endParaRPr lang="en-US"/>
        </a:p>
      </dgm:t>
    </dgm:pt>
    <dgm:pt modelId="{3699BB4F-663A-40BC-B410-FA0CFA7E92F6}">
      <dgm:prSet phldrT="[Text]"/>
      <dgm:spPr/>
      <dgm:t>
        <a:bodyPr/>
        <a:lstStyle/>
        <a:p>
          <a:pPr>
            <a:buNone/>
          </a:pPr>
          <a:r>
            <a:rPr lang="en-US" dirty="0" err="1">
              <a:latin typeface="Aptos" panose="020B0004020202020204" pitchFamily="34" charset="0"/>
            </a:rPr>
            <a:t>Escribir</a:t>
          </a:r>
          <a:r>
            <a:rPr lang="en-US" dirty="0">
              <a:latin typeface="Aptos" panose="020B0004020202020204" pitchFamily="34" charset="0"/>
            </a:rPr>
            <a:t> la </a:t>
          </a:r>
          <a:r>
            <a:rPr lang="en-US" dirty="0" err="1">
              <a:latin typeface="Aptos" panose="020B0004020202020204" pitchFamily="34" charset="0"/>
            </a:rPr>
            <a:t>ecuación</a:t>
          </a:r>
          <a:r>
            <a:rPr lang="en-US" dirty="0">
              <a:latin typeface="Aptos" panose="020B0004020202020204" pitchFamily="34" charset="0"/>
            </a:rPr>
            <a:t> </a:t>
          </a:r>
          <a:r>
            <a:rPr lang="en-US" dirty="0" err="1">
              <a:latin typeface="Aptos" panose="020B0004020202020204" pitchFamily="34" charset="0"/>
            </a:rPr>
            <a:t>diferencial</a:t>
          </a:r>
          <a:r>
            <a:rPr lang="en-US" dirty="0">
              <a:latin typeface="Aptos" panose="020B0004020202020204" pitchFamily="34" charset="0"/>
            </a:rPr>
            <a:t>.</a:t>
          </a:r>
        </a:p>
      </dgm:t>
    </dgm:pt>
    <dgm:pt modelId="{283AAC83-0682-43C5-B3BE-0F3BF0933A2C}" type="parTrans" cxnId="{574FC083-E732-45A9-BAB8-272948ACFEF2}">
      <dgm:prSet/>
      <dgm:spPr/>
      <dgm:t>
        <a:bodyPr/>
        <a:lstStyle/>
        <a:p>
          <a:endParaRPr lang="en-US"/>
        </a:p>
      </dgm:t>
    </dgm:pt>
    <dgm:pt modelId="{F5CF7C0D-D3E8-43FF-9CE4-3DD9F561215A}" type="sibTrans" cxnId="{574FC083-E732-45A9-BAB8-272948ACFEF2}">
      <dgm:prSet/>
      <dgm:spPr/>
      <dgm:t>
        <a:bodyPr/>
        <a:lstStyle/>
        <a:p>
          <a:endParaRPr lang="en-US"/>
        </a:p>
      </dgm:t>
    </dgm:pt>
    <dgm:pt modelId="{36F7EC45-D7A2-4C06-B79A-60DB0FE4297C}">
      <dgm:prSet phldrT="[Text]"/>
      <dgm:spPr/>
      <dgm:t>
        <a:bodyPr/>
        <a:lstStyle/>
        <a:p>
          <a:pPr>
            <a:buNone/>
          </a:pPr>
          <a:r>
            <a:rPr lang="en-US" dirty="0" err="1">
              <a:latin typeface="Aptos" panose="020B0004020202020204" pitchFamily="34" charset="0"/>
            </a:rPr>
            <a:t>Implementación</a:t>
          </a:r>
          <a:endParaRPr lang="en-US" dirty="0">
            <a:latin typeface="Aptos" panose="020B0004020202020204" pitchFamily="34" charset="0"/>
          </a:endParaRPr>
        </a:p>
      </dgm:t>
    </dgm:pt>
    <dgm:pt modelId="{671AA812-E631-4C19-98DC-F70F53FB570D}" type="parTrans" cxnId="{5B98D3DA-7B99-4E78-BBBB-4C7A41FAF993}">
      <dgm:prSet/>
      <dgm:spPr/>
      <dgm:t>
        <a:bodyPr/>
        <a:lstStyle/>
        <a:p>
          <a:endParaRPr lang="en-US"/>
        </a:p>
      </dgm:t>
    </dgm:pt>
    <dgm:pt modelId="{69CEC06C-B06A-4B47-973F-9E5AC576BAB2}" type="sibTrans" cxnId="{5B98D3DA-7B99-4E78-BBBB-4C7A41FAF993}">
      <dgm:prSet/>
      <dgm:spPr/>
      <dgm:t>
        <a:bodyPr/>
        <a:lstStyle/>
        <a:p>
          <a:endParaRPr lang="en-US"/>
        </a:p>
      </dgm:t>
    </dgm:pt>
    <dgm:pt modelId="{EBF6C889-9937-435E-A43F-F30D059195E8}">
      <dgm:prSet phldrT="[Text]"/>
      <dgm:spPr/>
      <dgm:t>
        <a:bodyPr/>
        <a:lstStyle/>
        <a:p>
          <a:pPr>
            <a:buNone/>
          </a:pPr>
          <a:r>
            <a:rPr lang="en-US" dirty="0" err="1">
              <a:latin typeface="Aptos" panose="020B0004020202020204" pitchFamily="34" charset="0"/>
            </a:rPr>
            <a:t>Aquí</a:t>
          </a:r>
          <a:r>
            <a:rPr lang="en-US" dirty="0">
              <a:latin typeface="Aptos" panose="020B0004020202020204" pitchFamily="34" charset="0"/>
            </a:rPr>
            <a:t> </a:t>
          </a:r>
          <a:r>
            <a:rPr lang="en-US" dirty="0" err="1">
              <a:latin typeface="Aptos" panose="020B0004020202020204" pitchFamily="34" charset="0"/>
            </a:rPr>
            <a:t>aparece</a:t>
          </a:r>
          <a:r>
            <a:rPr lang="en-US" dirty="0">
              <a:latin typeface="Aptos" panose="020B0004020202020204" pitchFamily="34" charset="0"/>
            </a:rPr>
            <a:t> Python.</a:t>
          </a:r>
        </a:p>
      </dgm:t>
    </dgm:pt>
    <dgm:pt modelId="{C82F57CD-3AFE-4DD2-B811-F3F9FCBB19CD}" type="parTrans" cxnId="{B3B24299-0CF0-4767-8891-FA8450806E18}">
      <dgm:prSet/>
      <dgm:spPr/>
      <dgm:t>
        <a:bodyPr/>
        <a:lstStyle/>
        <a:p>
          <a:endParaRPr lang="en-US"/>
        </a:p>
      </dgm:t>
    </dgm:pt>
    <dgm:pt modelId="{C59DE771-0253-4639-9E0F-D3DDA8FD4F48}" type="sibTrans" cxnId="{B3B24299-0CF0-4767-8891-FA8450806E18}">
      <dgm:prSet/>
      <dgm:spPr/>
      <dgm:t>
        <a:bodyPr/>
        <a:lstStyle/>
        <a:p>
          <a:endParaRPr lang="en-US"/>
        </a:p>
      </dgm:t>
    </dgm:pt>
    <dgm:pt modelId="{150FA93D-0FA8-4405-8EA1-A3BC26EDD723}">
      <dgm:prSet/>
      <dgm:spPr/>
      <dgm:t>
        <a:bodyPr/>
        <a:lstStyle/>
        <a:p>
          <a:pPr>
            <a:buNone/>
          </a:pPr>
          <a:r>
            <a:rPr lang="en-US" dirty="0">
              <a:latin typeface="Aptos" panose="020B0004020202020204" pitchFamily="34" charset="0"/>
            </a:rPr>
            <a:t>No </a:t>
          </a:r>
          <a:r>
            <a:rPr lang="en-US" dirty="0" err="1">
              <a:latin typeface="Aptos" panose="020B0004020202020204" pitchFamily="34" charset="0"/>
            </a:rPr>
            <a:t>resolverla</a:t>
          </a:r>
          <a:r>
            <a:rPr lang="en-US" dirty="0">
              <a:latin typeface="Aptos" panose="020B0004020202020204" pitchFamily="34" charset="0"/>
            </a:rPr>
            <a:t>.</a:t>
          </a:r>
        </a:p>
      </dgm:t>
    </dgm:pt>
    <dgm:pt modelId="{D228D13F-ABF4-495C-876D-2550267BB4C0}" type="parTrans" cxnId="{1281899E-6994-4556-9AEA-D63B25A36ABA}">
      <dgm:prSet/>
      <dgm:spPr/>
      <dgm:t>
        <a:bodyPr/>
        <a:lstStyle/>
        <a:p>
          <a:endParaRPr lang="en-US"/>
        </a:p>
      </dgm:t>
    </dgm:pt>
    <dgm:pt modelId="{DF574B78-EE08-43E5-B3C3-3CFC0D7639B3}" type="sibTrans" cxnId="{1281899E-6994-4556-9AEA-D63B25A36ABA}">
      <dgm:prSet/>
      <dgm:spPr/>
      <dgm:t>
        <a:bodyPr/>
        <a:lstStyle/>
        <a:p>
          <a:endParaRPr lang="en-US"/>
        </a:p>
      </dgm:t>
    </dgm:pt>
    <dgm:pt modelId="{4FCC414D-7D1F-4D3D-9A7E-86387194B3E4}">
      <dgm:prSet/>
      <dgm:spPr/>
      <dgm:t>
        <a:bodyPr/>
        <a:lstStyle/>
        <a:p>
          <a:pPr>
            <a:buNone/>
          </a:pPr>
          <a:r>
            <a:rPr lang="en-US" dirty="0" err="1">
              <a:latin typeface="Aptos" panose="020B0004020202020204" pitchFamily="34" charset="0"/>
            </a:rPr>
            <a:t>Simplemente</a:t>
          </a:r>
          <a:r>
            <a:rPr lang="en-US" dirty="0">
              <a:latin typeface="Aptos" panose="020B0004020202020204" pitchFamily="34" charset="0"/>
            </a:rPr>
            <a:t> </a:t>
          </a:r>
          <a:r>
            <a:rPr lang="en-US" dirty="0" err="1">
              <a:latin typeface="Aptos" panose="020B0004020202020204" pitchFamily="34" charset="0"/>
            </a:rPr>
            <a:t>mostrar</a:t>
          </a:r>
          <a:r>
            <a:rPr lang="en-US" dirty="0">
              <a:latin typeface="Aptos" panose="020B0004020202020204" pitchFamily="34" charset="0"/>
            </a:rPr>
            <a:t> </a:t>
          </a:r>
          <a:r>
            <a:rPr lang="en-US" dirty="0" err="1">
              <a:latin typeface="Aptos" panose="020B0004020202020204" pitchFamily="34" charset="0"/>
            </a:rPr>
            <a:t>que</a:t>
          </a:r>
          <a:r>
            <a:rPr lang="en-US" dirty="0">
              <a:latin typeface="Aptos" panose="020B0004020202020204" pitchFamily="34" charset="0"/>
            </a:rPr>
            <a:t> </a:t>
          </a:r>
          <a:r>
            <a:rPr lang="en-US" dirty="0" err="1">
              <a:latin typeface="Aptos" panose="020B0004020202020204" pitchFamily="34" charset="0"/>
            </a:rPr>
            <a:t>existe</a:t>
          </a:r>
          <a:r>
            <a:rPr lang="en-US" dirty="0">
              <a:latin typeface="Aptos" panose="020B0004020202020204" pitchFamily="34" charset="0"/>
            </a:rPr>
            <a:t> un </a:t>
          </a:r>
          <a:r>
            <a:rPr lang="en-US" dirty="0" err="1">
              <a:latin typeface="Aptos" panose="020B0004020202020204" pitchFamily="34" charset="0"/>
            </a:rPr>
            <a:t>modelo</a:t>
          </a:r>
          <a:r>
            <a:rPr lang="en-US" dirty="0">
              <a:latin typeface="Aptos" panose="020B0004020202020204" pitchFamily="34" charset="0"/>
            </a:rPr>
            <a:t> </a:t>
          </a:r>
          <a:r>
            <a:rPr lang="en-US" dirty="0" err="1">
              <a:latin typeface="Aptos" panose="020B0004020202020204" pitchFamily="34" charset="0"/>
            </a:rPr>
            <a:t>matemático</a:t>
          </a:r>
          <a:r>
            <a:rPr lang="en-US" dirty="0">
              <a:latin typeface="Aptos" panose="020B0004020202020204" pitchFamily="34" charset="0"/>
            </a:rPr>
            <a:t>.</a:t>
          </a:r>
        </a:p>
      </dgm:t>
    </dgm:pt>
    <dgm:pt modelId="{FA7E13A6-0605-4B61-AC6F-AF9B5F6A0B57}" type="parTrans" cxnId="{5FF84BFB-2E51-4DBA-A8A7-A9F29519F696}">
      <dgm:prSet/>
      <dgm:spPr/>
      <dgm:t>
        <a:bodyPr/>
        <a:lstStyle/>
        <a:p>
          <a:endParaRPr lang="en-US"/>
        </a:p>
      </dgm:t>
    </dgm:pt>
    <dgm:pt modelId="{9588AA57-F160-4E2D-83D0-89836E25C741}" type="sibTrans" cxnId="{5FF84BFB-2E51-4DBA-A8A7-A9F29519F696}">
      <dgm:prSet/>
      <dgm:spPr/>
      <dgm:t>
        <a:bodyPr/>
        <a:lstStyle/>
        <a:p>
          <a:endParaRPr lang="en-US"/>
        </a:p>
      </dgm:t>
    </dgm:pt>
    <dgm:pt modelId="{84F1D8A1-0880-4868-8038-632AC0DAAFEE}">
      <dgm:prSet/>
      <dgm:spPr/>
      <dgm:t>
        <a:bodyPr/>
        <a:lstStyle/>
        <a:p>
          <a:pPr>
            <a:buNone/>
          </a:pPr>
          <a:r>
            <a:rPr lang="en-US" dirty="0" err="1">
              <a:latin typeface="Aptos" panose="020B0004020202020204" pitchFamily="34" charset="0"/>
            </a:rPr>
            <a:t>Traducimos</a:t>
          </a:r>
          <a:r>
            <a:rPr lang="en-US" dirty="0">
              <a:latin typeface="Aptos" panose="020B0004020202020204" pitchFamily="34" charset="0"/>
            </a:rPr>
            <a:t> las </a:t>
          </a:r>
          <a:r>
            <a:rPr lang="en-US" dirty="0" err="1">
              <a:latin typeface="Aptos" panose="020B0004020202020204" pitchFamily="34" charset="0"/>
            </a:rPr>
            <a:t>ecuaciones</a:t>
          </a:r>
          <a:r>
            <a:rPr lang="en-US" dirty="0">
              <a:latin typeface="Aptos" panose="020B0004020202020204" pitchFamily="34" charset="0"/>
            </a:rPr>
            <a:t> a </a:t>
          </a:r>
          <a:r>
            <a:rPr lang="en-US" dirty="0" err="1">
              <a:latin typeface="Aptos" panose="020B0004020202020204" pitchFamily="34" charset="0"/>
            </a:rPr>
            <a:t>código</a:t>
          </a:r>
          <a:r>
            <a:rPr lang="en-US" dirty="0">
              <a:latin typeface="Aptos" panose="020B0004020202020204" pitchFamily="34" charset="0"/>
            </a:rPr>
            <a:t>.</a:t>
          </a:r>
        </a:p>
      </dgm:t>
    </dgm:pt>
    <dgm:pt modelId="{94942230-4DCC-4C6D-95B2-C45CF088C131}" type="parTrans" cxnId="{D3E97B04-953E-40A0-9520-484DF45F8FC6}">
      <dgm:prSet/>
      <dgm:spPr/>
      <dgm:t>
        <a:bodyPr/>
        <a:lstStyle/>
        <a:p>
          <a:endParaRPr lang="en-US"/>
        </a:p>
      </dgm:t>
    </dgm:pt>
    <dgm:pt modelId="{D0DA2DDF-83C8-403F-AF5E-FB2694C95E5E}" type="sibTrans" cxnId="{D3E97B04-953E-40A0-9520-484DF45F8FC6}">
      <dgm:prSet/>
      <dgm:spPr/>
      <dgm:t>
        <a:bodyPr/>
        <a:lstStyle/>
        <a:p>
          <a:endParaRPr lang="en-US"/>
        </a:p>
      </dgm:t>
    </dgm:pt>
    <dgm:pt modelId="{FCD2FBC5-76E3-4713-B0FA-9B5FC8726551}">
      <dgm:prSet phldrT="[Text]"/>
      <dgm:spPr/>
      <dgm:t>
        <a:bodyPr/>
        <a:lstStyle/>
        <a:p>
          <a:pPr>
            <a:buNone/>
          </a:pPr>
          <a:r>
            <a:rPr lang="en-US" dirty="0" err="1">
              <a:latin typeface="Aptos" panose="020B0004020202020204" pitchFamily="34" charset="0"/>
            </a:rPr>
            <a:t>Resultados</a:t>
          </a:r>
          <a:endParaRPr lang="en-US" dirty="0">
            <a:latin typeface="Aptos" panose="020B0004020202020204" pitchFamily="34" charset="0"/>
          </a:endParaRPr>
        </a:p>
      </dgm:t>
    </dgm:pt>
    <dgm:pt modelId="{041AC053-47C4-4CBE-96F5-B95FF0DBB99B}" type="parTrans" cxnId="{3CACCA4B-A3DE-40EF-B007-ACE598742655}">
      <dgm:prSet/>
      <dgm:spPr/>
      <dgm:t>
        <a:bodyPr/>
        <a:lstStyle/>
        <a:p>
          <a:endParaRPr lang="en-US"/>
        </a:p>
      </dgm:t>
    </dgm:pt>
    <dgm:pt modelId="{FF62AC2C-5B17-4CB9-BBCA-FB623C585B98}" type="sibTrans" cxnId="{3CACCA4B-A3DE-40EF-B007-ACE598742655}">
      <dgm:prSet/>
      <dgm:spPr/>
      <dgm:t>
        <a:bodyPr/>
        <a:lstStyle/>
        <a:p>
          <a:endParaRPr lang="en-US"/>
        </a:p>
      </dgm:t>
    </dgm:pt>
    <dgm:pt modelId="{40CF1647-6896-440B-8950-3247B910345C}">
      <dgm:prSet/>
      <dgm:spPr/>
      <dgm:t>
        <a:bodyPr/>
        <a:lstStyle/>
        <a:p>
          <a:pPr>
            <a:buNone/>
          </a:pPr>
          <a:r>
            <a:rPr lang="en-US" dirty="0">
              <a:latin typeface="Aptos" panose="020B0004020202020204" pitchFamily="34" charset="0"/>
            </a:rPr>
            <a:t>El </a:t>
          </a:r>
          <a:r>
            <a:rPr lang="en-US" dirty="0" err="1">
              <a:latin typeface="Aptos" panose="020B0004020202020204" pitchFamily="34" charset="0"/>
            </a:rPr>
            <a:t>computador</a:t>
          </a:r>
          <a:r>
            <a:rPr lang="en-US" dirty="0">
              <a:latin typeface="Aptos" panose="020B0004020202020204" pitchFamily="34" charset="0"/>
            </a:rPr>
            <a:t> genera miles o </a:t>
          </a:r>
          <a:r>
            <a:rPr lang="en-US" dirty="0" err="1">
              <a:latin typeface="Aptos" panose="020B0004020202020204" pitchFamily="34" charset="0"/>
            </a:rPr>
            <a:t>millones</a:t>
          </a:r>
          <a:r>
            <a:rPr lang="en-US" dirty="0">
              <a:latin typeface="Aptos" panose="020B0004020202020204" pitchFamily="34" charset="0"/>
            </a:rPr>
            <a:t> de </a:t>
          </a:r>
          <a:r>
            <a:rPr lang="en-US" dirty="0" err="1">
              <a:latin typeface="Aptos" panose="020B0004020202020204" pitchFamily="34" charset="0"/>
            </a:rPr>
            <a:t>datos</a:t>
          </a:r>
          <a:r>
            <a:rPr lang="en-US" dirty="0">
              <a:latin typeface="Aptos" panose="020B0004020202020204" pitchFamily="34" charset="0"/>
            </a:rPr>
            <a:t>.</a:t>
          </a:r>
        </a:p>
      </dgm:t>
    </dgm:pt>
    <dgm:pt modelId="{3B54BD01-E723-4A21-BCFD-638F67FF6782}" type="parTrans" cxnId="{5762FB9E-DC2A-494F-91FD-0F4F10A696BD}">
      <dgm:prSet/>
      <dgm:spPr/>
      <dgm:t>
        <a:bodyPr/>
        <a:lstStyle/>
        <a:p>
          <a:endParaRPr lang="en-US"/>
        </a:p>
      </dgm:t>
    </dgm:pt>
    <dgm:pt modelId="{7EBADAAB-D321-4BED-A8A4-DC1EC8C657F1}" type="sibTrans" cxnId="{5762FB9E-DC2A-494F-91FD-0F4F10A696BD}">
      <dgm:prSet/>
      <dgm:spPr/>
      <dgm:t>
        <a:bodyPr/>
        <a:lstStyle/>
        <a:p>
          <a:endParaRPr lang="en-US"/>
        </a:p>
      </dgm:t>
    </dgm:pt>
    <dgm:pt modelId="{87C6DCD4-585E-4C3F-97CF-55C46FD75325}">
      <dgm:prSet phldrT="[Text]"/>
      <dgm:spPr/>
      <dgm:t>
        <a:bodyPr/>
        <a:lstStyle/>
        <a:p>
          <a:pPr>
            <a:buNone/>
          </a:pPr>
          <a:r>
            <a:rPr lang="en-US" dirty="0" err="1">
              <a:latin typeface="Aptos" panose="020B0004020202020204" pitchFamily="34" charset="0"/>
            </a:rPr>
            <a:t>Visualización</a:t>
          </a:r>
          <a:endParaRPr lang="en-US" dirty="0">
            <a:latin typeface="Aptos" panose="020B0004020202020204" pitchFamily="34" charset="0"/>
          </a:endParaRPr>
        </a:p>
      </dgm:t>
    </dgm:pt>
    <dgm:pt modelId="{1AB5745E-5200-456B-9F55-28E1CDC2A6AB}" type="parTrans" cxnId="{470AF96B-3A0E-4A14-BD92-78DC0D0A4C56}">
      <dgm:prSet/>
      <dgm:spPr/>
      <dgm:t>
        <a:bodyPr/>
        <a:lstStyle/>
        <a:p>
          <a:endParaRPr lang="en-US"/>
        </a:p>
      </dgm:t>
    </dgm:pt>
    <dgm:pt modelId="{67CD142B-29BE-454D-B75A-94D2D6D10BEA}" type="sibTrans" cxnId="{470AF96B-3A0E-4A14-BD92-78DC0D0A4C56}">
      <dgm:prSet/>
      <dgm:spPr/>
      <dgm:t>
        <a:bodyPr/>
        <a:lstStyle/>
        <a:p>
          <a:endParaRPr lang="en-US"/>
        </a:p>
      </dgm:t>
    </dgm:pt>
    <dgm:pt modelId="{45C95B2B-01EF-4934-B9E1-6FCE48B2EA92}">
      <dgm:prSet/>
      <dgm:spPr/>
      <dgm:t>
        <a:bodyPr/>
        <a:lstStyle/>
        <a:p>
          <a:pPr>
            <a:buNone/>
          </a:pPr>
          <a:r>
            <a:rPr lang="en-US">
              <a:latin typeface="Aptos" panose="020B0004020202020204" pitchFamily="34" charset="0"/>
            </a:rPr>
            <a:t>Los datos por sí solos dicen poco.</a:t>
          </a:r>
        </a:p>
      </dgm:t>
    </dgm:pt>
    <dgm:pt modelId="{E95F6FF2-6CF4-44C3-80A8-963CB7559CD2}" type="parTrans" cxnId="{FE510CD8-5D1F-4A2F-A1F1-AE0A6F1759AA}">
      <dgm:prSet/>
      <dgm:spPr/>
      <dgm:t>
        <a:bodyPr/>
        <a:lstStyle/>
        <a:p>
          <a:endParaRPr lang="en-US"/>
        </a:p>
      </dgm:t>
    </dgm:pt>
    <dgm:pt modelId="{B127F5A2-D2DE-45D3-8FE4-21FF21D3095B}" type="sibTrans" cxnId="{FE510CD8-5D1F-4A2F-A1F1-AE0A6F1759AA}">
      <dgm:prSet/>
      <dgm:spPr/>
      <dgm:t>
        <a:bodyPr/>
        <a:lstStyle/>
        <a:p>
          <a:endParaRPr lang="en-US"/>
        </a:p>
      </dgm:t>
    </dgm:pt>
    <dgm:pt modelId="{06039EEC-DA5A-4E95-B355-136D935797B6}">
      <dgm:prSet/>
      <dgm:spPr/>
      <dgm:t>
        <a:bodyPr/>
        <a:lstStyle/>
        <a:p>
          <a:pPr>
            <a:buNone/>
          </a:pPr>
          <a:r>
            <a:rPr lang="en-US" dirty="0" err="1">
              <a:latin typeface="Aptos" panose="020B0004020202020204" pitchFamily="34" charset="0"/>
            </a:rPr>
            <a:t>Necesitamos</a:t>
          </a:r>
          <a:r>
            <a:rPr lang="en-US" dirty="0">
              <a:latin typeface="Aptos" panose="020B0004020202020204" pitchFamily="34" charset="0"/>
            </a:rPr>
            <a:t> </a:t>
          </a:r>
          <a:r>
            <a:rPr lang="en-US" dirty="0" err="1">
              <a:latin typeface="Aptos" panose="020B0004020202020204" pitchFamily="34" charset="0"/>
            </a:rPr>
            <a:t>graficarlos</a:t>
          </a:r>
          <a:r>
            <a:rPr lang="en-US" dirty="0">
              <a:latin typeface="Aptos" panose="020B0004020202020204" pitchFamily="34" charset="0"/>
            </a:rPr>
            <a:t>.</a:t>
          </a:r>
        </a:p>
      </dgm:t>
    </dgm:pt>
    <dgm:pt modelId="{C0EDECBA-A2BE-473A-B208-AABAF760D047}" type="parTrans" cxnId="{5DCA6391-4416-4A2B-A34F-A2353B1BCA3E}">
      <dgm:prSet/>
      <dgm:spPr/>
      <dgm:t>
        <a:bodyPr/>
        <a:lstStyle/>
        <a:p>
          <a:endParaRPr lang="en-US"/>
        </a:p>
      </dgm:t>
    </dgm:pt>
    <dgm:pt modelId="{D6064789-01CF-40C8-BEE0-633C0934600F}" type="sibTrans" cxnId="{5DCA6391-4416-4A2B-A34F-A2353B1BCA3E}">
      <dgm:prSet/>
      <dgm:spPr/>
      <dgm:t>
        <a:bodyPr/>
        <a:lstStyle/>
        <a:p>
          <a:endParaRPr lang="en-US"/>
        </a:p>
      </dgm:t>
    </dgm:pt>
    <dgm:pt modelId="{4522C633-70DE-48A8-A5D5-60056C1C0ED3}">
      <dgm:prSet phldrT="[Text]"/>
      <dgm:spPr/>
      <dgm:t>
        <a:bodyPr/>
        <a:lstStyle/>
        <a:p>
          <a:pPr>
            <a:buNone/>
          </a:pPr>
          <a:r>
            <a:rPr lang="en-US" dirty="0" err="1">
              <a:latin typeface="Aptos" panose="020B0004020202020204" pitchFamily="34" charset="0"/>
            </a:rPr>
            <a:t>Interpretación</a:t>
          </a:r>
          <a:endParaRPr lang="en-US" dirty="0">
            <a:latin typeface="Aptos" panose="020B0004020202020204" pitchFamily="34" charset="0"/>
          </a:endParaRPr>
        </a:p>
      </dgm:t>
    </dgm:pt>
    <dgm:pt modelId="{30F40878-745E-42CF-9A7F-527853C4235E}" type="parTrans" cxnId="{4529B9B6-55BC-4FB3-A154-F02640076053}">
      <dgm:prSet/>
      <dgm:spPr/>
      <dgm:t>
        <a:bodyPr/>
        <a:lstStyle/>
        <a:p>
          <a:endParaRPr lang="en-US"/>
        </a:p>
      </dgm:t>
    </dgm:pt>
    <dgm:pt modelId="{4351AEF0-9344-4DEE-A7BF-559BB61D95A1}" type="sibTrans" cxnId="{4529B9B6-55BC-4FB3-A154-F02640076053}">
      <dgm:prSet/>
      <dgm:spPr/>
      <dgm:t>
        <a:bodyPr/>
        <a:lstStyle/>
        <a:p>
          <a:endParaRPr lang="en-US"/>
        </a:p>
      </dgm:t>
    </dgm:pt>
    <dgm:pt modelId="{BF7AC411-7E21-4F45-B44D-ED0127A8F7FC}">
      <dgm:prSet/>
      <dgm:spPr/>
      <dgm:t>
        <a:bodyPr/>
        <a:lstStyle/>
        <a:p>
          <a:pPr>
            <a:buNone/>
          </a:pPr>
          <a:r>
            <a:rPr lang="en-US">
              <a:latin typeface="Aptos" panose="020B0004020202020204" pitchFamily="34" charset="0"/>
            </a:rPr>
            <a:t>La etapa más importante.</a:t>
          </a:r>
        </a:p>
      </dgm:t>
    </dgm:pt>
    <dgm:pt modelId="{073D14C8-5360-4B49-990E-97A29709A38E}" type="parTrans" cxnId="{E5C017A9-BE3B-42BB-843A-E8611F2A404B}">
      <dgm:prSet/>
      <dgm:spPr/>
      <dgm:t>
        <a:bodyPr/>
        <a:lstStyle/>
        <a:p>
          <a:endParaRPr lang="en-US"/>
        </a:p>
      </dgm:t>
    </dgm:pt>
    <dgm:pt modelId="{582DA603-1D06-4C74-BADD-AC56FDF21E90}" type="sibTrans" cxnId="{E5C017A9-BE3B-42BB-843A-E8611F2A404B}">
      <dgm:prSet/>
      <dgm:spPr/>
      <dgm:t>
        <a:bodyPr/>
        <a:lstStyle/>
        <a:p>
          <a:endParaRPr lang="en-US"/>
        </a:p>
      </dgm:t>
    </dgm:pt>
    <dgm:pt modelId="{8CE387F7-61C7-44A5-B56D-DB8E83E4BB50}">
      <dgm:prSet/>
      <dgm:spPr/>
      <dgm:t>
        <a:bodyPr/>
        <a:lstStyle/>
        <a:p>
          <a:pPr>
            <a:buNone/>
          </a:pPr>
          <a:r>
            <a:rPr lang="en-US">
              <a:latin typeface="Aptos" panose="020B0004020202020204" pitchFamily="34" charset="0"/>
            </a:rPr>
            <a:t>No basta con obtener una gráfica.</a:t>
          </a:r>
        </a:p>
      </dgm:t>
    </dgm:pt>
    <dgm:pt modelId="{B23FE7F3-197B-48F9-8A90-F740F9ABA7BA}" type="parTrans" cxnId="{1395B0EA-B900-49EE-8DB6-74377D125ED1}">
      <dgm:prSet/>
      <dgm:spPr/>
      <dgm:t>
        <a:bodyPr/>
        <a:lstStyle/>
        <a:p>
          <a:endParaRPr lang="en-US"/>
        </a:p>
      </dgm:t>
    </dgm:pt>
    <dgm:pt modelId="{B236BD80-DE48-44D3-AC26-D5F3C366F29C}" type="sibTrans" cxnId="{1395B0EA-B900-49EE-8DB6-74377D125ED1}">
      <dgm:prSet/>
      <dgm:spPr/>
      <dgm:t>
        <a:bodyPr/>
        <a:lstStyle/>
        <a:p>
          <a:endParaRPr lang="en-US"/>
        </a:p>
      </dgm:t>
    </dgm:pt>
    <dgm:pt modelId="{9A87AAB3-7773-4F3D-AA9E-B7D1970FED03}">
      <dgm:prSet/>
      <dgm:spPr/>
      <dgm:t>
        <a:bodyPr/>
        <a:lstStyle/>
        <a:p>
          <a:pPr>
            <a:buNone/>
          </a:pPr>
          <a:r>
            <a:rPr lang="en-US">
              <a:latin typeface="Aptos" panose="020B0004020202020204" pitchFamily="34" charset="0"/>
            </a:rPr>
            <a:t>Debemos comprender qué significa físicamente.</a:t>
          </a:r>
        </a:p>
      </dgm:t>
    </dgm:pt>
    <dgm:pt modelId="{C7DFD09C-8FE0-4E50-86E5-F30FD5AD8244}" type="parTrans" cxnId="{9F00295C-3837-4FA1-B765-61883076E34F}">
      <dgm:prSet/>
      <dgm:spPr/>
      <dgm:t>
        <a:bodyPr/>
        <a:lstStyle/>
        <a:p>
          <a:endParaRPr lang="en-US"/>
        </a:p>
      </dgm:t>
    </dgm:pt>
    <dgm:pt modelId="{2E908056-2A4F-43E0-962D-1400BC9509AC}" type="sibTrans" cxnId="{9F00295C-3837-4FA1-B765-61883076E34F}">
      <dgm:prSet/>
      <dgm:spPr/>
      <dgm:t>
        <a:bodyPr/>
        <a:lstStyle/>
        <a:p>
          <a:endParaRPr lang="en-US"/>
        </a:p>
      </dgm:t>
    </dgm:pt>
    <dgm:pt modelId="{D97428DF-6015-4FDC-AC38-87A5B56C4D7A}" type="pres">
      <dgm:prSet presAssocID="{0B3D99C4-8094-4B58-BCC2-930219B3D17B}" presName="Name0" presStyleCnt="0">
        <dgm:presLayoutVars>
          <dgm:dir/>
          <dgm:animLvl val="lvl"/>
          <dgm:resizeHandles val="exact"/>
        </dgm:presLayoutVars>
      </dgm:prSet>
      <dgm:spPr/>
    </dgm:pt>
    <dgm:pt modelId="{A7237226-B543-4D93-A375-C6F8122B49AA}" type="pres">
      <dgm:prSet presAssocID="{DF9B40A5-C55C-4B77-96A6-5D016A6F4FA0}" presName="composite" presStyleCnt="0"/>
      <dgm:spPr/>
    </dgm:pt>
    <dgm:pt modelId="{38D0EAEC-3053-4310-9EA3-2C483EE0254F}" type="pres">
      <dgm:prSet presAssocID="{DF9B40A5-C55C-4B77-96A6-5D016A6F4FA0}" presName="parTx" presStyleLbl="alignNode1" presStyleIdx="0" presStyleCnt="6">
        <dgm:presLayoutVars>
          <dgm:chMax val="0"/>
          <dgm:chPref val="0"/>
          <dgm:bulletEnabled val="1"/>
        </dgm:presLayoutVars>
      </dgm:prSet>
      <dgm:spPr/>
    </dgm:pt>
    <dgm:pt modelId="{3341717C-8A3A-48F6-8D04-E899269C7025}" type="pres">
      <dgm:prSet presAssocID="{DF9B40A5-C55C-4B77-96A6-5D016A6F4FA0}" presName="desTx" presStyleLbl="alignAccFollowNode1" presStyleIdx="0" presStyleCnt="6">
        <dgm:presLayoutVars>
          <dgm:bulletEnabled val="1"/>
        </dgm:presLayoutVars>
      </dgm:prSet>
      <dgm:spPr/>
    </dgm:pt>
    <dgm:pt modelId="{76689559-5019-40EA-9173-9A0E8752CEDC}" type="pres">
      <dgm:prSet presAssocID="{6517336A-43BB-4FB4-8A1F-226E41E80165}" presName="space" presStyleCnt="0"/>
      <dgm:spPr/>
    </dgm:pt>
    <dgm:pt modelId="{890B6445-E44B-4830-BA46-2652E3C5DBD0}" type="pres">
      <dgm:prSet presAssocID="{31B7D9D2-2840-4D06-A8E5-B2F5CBB4199F}" presName="composite" presStyleCnt="0"/>
      <dgm:spPr/>
    </dgm:pt>
    <dgm:pt modelId="{A2C8CC6B-2695-426F-93BC-A8DE1B388DB9}" type="pres">
      <dgm:prSet presAssocID="{31B7D9D2-2840-4D06-A8E5-B2F5CBB4199F}" presName="parTx" presStyleLbl="alignNode1" presStyleIdx="1" presStyleCnt="6">
        <dgm:presLayoutVars>
          <dgm:chMax val="0"/>
          <dgm:chPref val="0"/>
          <dgm:bulletEnabled val="1"/>
        </dgm:presLayoutVars>
      </dgm:prSet>
      <dgm:spPr/>
    </dgm:pt>
    <dgm:pt modelId="{DB7C1047-C42F-4060-9B32-85A6027F4D90}" type="pres">
      <dgm:prSet presAssocID="{31B7D9D2-2840-4D06-A8E5-B2F5CBB4199F}" presName="desTx" presStyleLbl="alignAccFollowNode1" presStyleIdx="1" presStyleCnt="6">
        <dgm:presLayoutVars>
          <dgm:bulletEnabled val="1"/>
        </dgm:presLayoutVars>
      </dgm:prSet>
      <dgm:spPr/>
    </dgm:pt>
    <dgm:pt modelId="{439A35E8-E5A0-4D82-AE99-035051080FDF}" type="pres">
      <dgm:prSet presAssocID="{F22628DF-2EDB-4865-B36E-520B3CE8E6EE}" presName="space" presStyleCnt="0"/>
      <dgm:spPr/>
    </dgm:pt>
    <dgm:pt modelId="{3E9BEBA7-1FC1-40DC-976C-4C1BC03601C9}" type="pres">
      <dgm:prSet presAssocID="{36F7EC45-D7A2-4C06-B79A-60DB0FE4297C}" presName="composite" presStyleCnt="0"/>
      <dgm:spPr/>
    </dgm:pt>
    <dgm:pt modelId="{0A0CE4D8-D0BE-4248-9802-0E0DED20C60E}" type="pres">
      <dgm:prSet presAssocID="{36F7EC45-D7A2-4C06-B79A-60DB0FE4297C}" presName="parTx" presStyleLbl="alignNode1" presStyleIdx="2" presStyleCnt="6">
        <dgm:presLayoutVars>
          <dgm:chMax val="0"/>
          <dgm:chPref val="0"/>
          <dgm:bulletEnabled val="1"/>
        </dgm:presLayoutVars>
      </dgm:prSet>
      <dgm:spPr/>
    </dgm:pt>
    <dgm:pt modelId="{58E7408A-1911-48AA-BD5E-F36B46A707B6}" type="pres">
      <dgm:prSet presAssocID="{36F7EC45-D7A2-4C06-B79A-60DB0FE4297C}" presName="desTx" presStyleLbl="alignAccFollowNode1" presStyleIdx="2" presStyleCnt="6">
        <dgm:presLayoutVars>
          <dgm:bulletEnabled val="1"/>
        </dgm:presLayoutVars>
      </dgm:prSet>
      <dgm:spPr/>
    </dgm:pt>
    <dgm:pt modelId="{6E0A47D1-9F0E-45F8-9BB4-C34C928769AF}" type="pres">
      <dgm:prSet presAssocID="{69CEC06C-B06A-4B47-973F-9E5AC576BAB2}" presName="space" presStyleCnt="0"/>
      <dgm:spPr/>
    </dgm:pt>
    <dgm:pt modelId="{BA9CC2C3-207B-4882-8935-7547501BA871}" type="pres">
      <dgm:prSet presAssocID="{FCD2FBC5-76E3-4713-B0FA-9B5FC8726551}" presName="composite" presStyleCnt="0"/>
      <dgm:spPr/>
    </dgm:pt>
    <dgm:pt modelId="{D21D7C97-03D7-457D-9476-C4F45B24CC1E}" type="pres">
      <dgm:prSet presAssocID="{FCD2FBC5-76E3-4713-B0FA-9B5FC8726551}" presName="parTx" presStyleLbl="alignNode1" presStyleIdx="3" presStyleCnt="6">
        <dgm:presLayoutVars>
          <dgm:chMax val="0"/>
          <dgm:chPref val="0"/>
          <dgm:bulletEnabled val="1"/>
        </dgm:presLayoutVars>
      </dgm:prSet>
      <dgm:spPr/>
    </dgm:pt>
    <dgm:pt modelId="{DC0E8B1F-AE1C-44FB-A6D5-DC8C7897C42D}" type="pres">
      <dgm:prSet presAssocID="{FCD2FBC5-76E3-4713-B0FA-9B5FC8726551}" presName="desTx" presStyleLbl="alignAccFollowNode1" presStyleIdx="3" presStyleCnt="6">
        <dgm:presLayoutVars>
          <dgm:bulletEnabled val="1"/>
        </dgm:presLayoutVars>
      </dgm:prSet>
      <dgm:spPr/>
    </dgm:pt>
    <dgm:pt modelId="{340CD59B-7EB0-4973-BD17-6A57DCE34F57}" type="pres">
      <dgm:prSet presAssocID="{FF62AC2C-5B17-4CB9-BBCA-FB623C585B98}" presName="space" presStyleCnt="0"/>
      <dgm:spPr/>
    </dgm:pt>
    <dgm:pt modelId="{59FC6482-4EEC-4C82-97E2-21002EF15F80}" type="pres">
      <dgm:prSet presAssocID="{87C6DCD4-585E-4C3F-97CF-55C46FD75325}" presName="composite" presStyleCnt="0"/>
      <dgm:spPr/>
    </dgm:pt>
    <dgm:pt modelId="{4FBBF88C-A4DB-48AD-8443-89516A6A591E}" type="pres">
      <dgm:prSet presAssocID="{87C6DCD4-585E-4C3F-97CF-55C46FD75325}" presName="parTx" presStyleLbl="alignNode1" presStyleIdx="4" presStyleCnt="6">
        <dgm:presLayoutVars>
          <dgm:chMax val="0"/>
          <dgm:chPref val="0"/>
          <dgm:bulletEnabled val="1"/>
        </dgm:presLayoutVars>
      </dgm:prSet>
      <dgm:spPr/>
    </dgm:pt>
    <dgm:pt modelId="{49336861-58B6-4A39-8250-A60B8B794CE7}" type="pres">
      <dgm:prSet presAssocID="{87C6DCD4-585E-4C3F-97CF-55C46FD75325}" presName="desTx" presStyleLbl="alignAccFollowNode1" presStyleIdx="4" presStyleCnt="6">
        <dgm:presLayoutVars>
          <dgm:bulletEnabled val="1"/>
        </dgm:presLayoutVars>
      </dgm:prSet>
      <dgm:spPr/>
    </dgm:pt>
    <dgm:pt modelId="{C967D9AE-857F-4C6C-A8B5-13ABAF332564}" type="pres">
      <dgm:prSet presAssocID="{67CD142B-29BE-454D-B75A-94D2D6D10BEA}" presName="space" presStyleCnt="0"/>
      <dgm:spPr/>
    </dgm:pt>
    <dgm:pt modelId="{D4A48CD1-3C46-49CC-9822-8FC569CBD7AB}" type="pres">
      <dgm:prSet presAssocID="{4522C633-70DE-48A8-A5D5-60056C1C0ED3}" presName="composite" presStyleCnt="0"/>
      <dgm:spPr/>
    </dgm:pt>
    <dgm:pt modelId="{417741D8-0794-42F0-A7BA-E764B9CFBE79}" type="pres">
      <dgm:prSet presAssocID="{4522C633-70DE-48A8-A5D5-60056C1C0ED3}" presName="parTx" presStyleLbl="alignNode1" presStyleIdx="5" presStyleCnt="6">
        <dgm:presLayoutVars>
          <dgm:chMax val="0"/>
          <dgm:chPref val="0"/>
          <dgm:bulletEnabled val="1"/>
        </dgm:presLayoutVars>
      </dgm:prSet>
      <dgm:spPr/>
    </dgm:pt>
    <dgm:pt modelId="{3D0CC48F-2C87-4481-8608-468531C38CC0}" type="pres">
      <dgm:prSet presAssocID="{4522C633-70DE-48A8-A5D5-60056C1C0ED3}" presName="desTx" presStyleLbl="alignAccFollowNode1" presStyleIdx="5" presStyleCnt="6">
        <dgm:presLayoutVars>
          <dgm:bulletEnabled val="1"/>
        </dgm:presLayoutVars>
      </dgm:prSet>
      <dgm:spPr/>
    </dgm:pt>
  </dgm:ptLst>
  <dgm:cxnLst>
    <dgm:cxn modelId="{D3E97B04-953E-40A0-9520-484DF45F8FC6}" srcId="{36F7EC45-D7A2-4C06-B79A-60DB0FE4297C}" destId="{84F1D8A1-0880-4868-8038-632AC0DAAFEE}" srcOrd="1" destOrd="0" parTransId="{94942230-4DCC-4C6D-95B2-C45CF088C131}" sibTransId="{D0DA2DDF-83C8-403F-AF5E-FB2694C95E5E}"/>
    <dgm:cxn modelId="{426E1A21-5CD1-4636-846D-D1255B51805B}" type="presOf" srcId="{EBF6C889-9937-435E-A43F-F30D059195E8}" destId="{58E7408A-1911-48AA-BD5E-F36B46A707B6}" srcOrd="0" destOrd="0" presId="urn:microsoft.com/office/officeart/2005/8/layout/hList1"/>
    <dgm:cxn modelId="{90A0D223-D774-4108-9401-393427D53006}" type="presOf" srcId="{FCD2FBC5-76E3-4713-B0FA-9B5FC8726551}" destId="{D21D7C97-03D7-457D-9476-C4F45B24CC1E}" srcOrd="0" destOrd="0" presId="urn:microsoft.com/office/officeart/2005/8/layout/hList1"/>
    <dgm:cxn modelId="{77878729-C6B5-44B4-9AB2-150409EBC01B}" type="presOf" srcId="{06039EEC-DA5A-4E95-B355-136D935797B6}" destId="{49336861-58B6-4A39-8250-A60B8B794CE7}" srcOrd="0" destOrd="1" presId="urn:microsoft.com/office/officeart/2005/8/layout/hList1"/>
    <dgm:cxn modelId="{4AD3F53A-85E5-458E-B634-9EA0EA18E75A}" type="presOf" srcId="{9A87AAB3-7773-4F3D-AA9E-B7D1970FED03}" destId="{3D0CC48F-2C87-4481-8608-468531C38CC0}" srcOrd="0" destOrd="2" presId="urn:microsoft.com/office/officeart/2005/8/layout/hList1"/>
    <dgm:cxn modelId="{FBC78C3C-A44D-4E0C-8D4A-452BCCE2897D}" type="presOf" srcId="{3699BB4F-663A-40BC-B410-FA0CFA7E92F6}" destId="{DB7C1047-C42F-4060-9B32-85A6027F4D90}" srcOrd="0" destOrd="0" presId="urn:microsoft.com/office/officeart/2005/8/layout/hList1"/>
    <dgm:cxn modelId="{69910540-E6E7-446B-B2E7-297C34B03D32}" type="presOf" srcId="{99DE7983-9A1A-4840-A548-D0397C929FD8}" destId="{3341717C-8A3A-48F6-8D04-E899269C7025}" srcOrd="0" destOrd="0" presId="urn:microsoft.com/office/officeart/2005/8/layout/hList1"/>
    <dgm:cxn modelId="{9F00295C-3837-4FA1-B765-61883076E34F}" srcId="{4522C633-70DE-48A8-A5D5-60056C1C0ED3}" destId="{9A87AAB3-7773-4F3D-AA9E-B7D1970FED03}" srcOrd="2" destOrd="0" parTransId="{C7DFD09C-8FE0-4E50-86E5-F30FD5AD8244}" sibTransId="{2E908056-2A4F-43E0-962D-1400BC9509AC}"/>
    <dgm:cxn modelId="{6138EB62-B38B-4095-85CA-1876263F2A79}" srcId="{0B3D99C4-8094-4B58-BCC2-930219B3D17B}" destId="{31B7D9D2-2840-4D06-A8E5-B2F5CBB4199F}" srcOrd="1" destOrd="0" parTransId="{17474198-BFF7-4368-8DE9-843007AC2F2A}" sibTransId="{F22628DF-2EDB-4865-B36E-520B3CE8E6EE}"/>
    <dgm:cxn modelId="{FBAFAD49-8933-4497-9C84-35DC4F689C09}" type="presOf" srcId="{31B7D9D2-2840-4D06-A8E5-B2F5CBB4199F}" destId="{A2C8CC6B-2695-426F-93BC-A8DE1B388DB9}" srcOrd="0" destOrd="0" presId="urn:microsoft.com/office/officeart/2005/8/layout/hList1"/>
    <dgm:cxn modelId="{3CACCA4B-A3DE-40EF-B007-ACE598742655}" srcId="{0B3D99C4-8094-4B58-BCC2-930219B3D17B}" destId="{FCD2FBC5-76E3-4713-B0FA-9B5FC8726551}" srcOrd="3" destOrd="0" parTransId="{041AC053-47C4-4CBE-96F5-B95FF0DBB99B}" sibTransId="{FF62AC2C-5B17-4CB9-BBCA-FB623C585B98}"/>
    <dgm:cxn modelId="{470AF96B-3A0E-4A14-BD92-78DC0D0A4C56}" srcId="{0B3D99C4-8094-4B58-BCC2-930219B3D17B}" destId="{87C6DCD4-585E-4C3F-97CF-55C46FD75325}" srcOrd="4" destOrd="0" parTransId="{1AB5745E-5200-456B-9F55-28E1CDC2A6AB}" sibTransId="{67CD142B-29BE-454D-B75A-94D2D6D10BEA}"/>
    <dgm:cxn modelId="{6289C96E-34F9-4AFC-84F3-8F43998833CD}" srcId="{0B3D99C4-8094-4B58-BCC2-930219B3D17B}" destId="{DF9B40A5-C55C-4B77-96A6-5D016A6F4FA0}" srcOrd="0" destOrd="0" parTransId="{79ECB079-A6B8-4228-84D8-EE01B0355BE2}" sibTransId="{6517336A-43BB-4FB4-8A1F-226E41E80165}"/>
    <dgm:cxn modelId="{49A4664F-9AEC-4021-9141-BF0374D60717}" type="presOf" srcId="{36F7EC45-D7A2-4C06-B79A-60DB0FE4297C}" destId="{0A0CE4D8-D0BE-4248-9802-0E0DED20C60E}" srcOrd="0" destOrd="0" presId="urn:microsoft.com/office/officeart/2005/8/layout/hList1"/>
    <dgm:cxn modelId="{1F993472-F25D-4D37-82A0-59F4AD1F0BF5}" type="presOf" srcId="{87C6DCD4-585E-4C3F-97CF-55C46FD75325}" destId="{4FBBF88C-A4DB-48AD-8443-89516A6A591E}" srcOrd="0" destOrd="0" presId="urn:microsoft.com/office/officeart/2005/8/layout/hList1"/>
    <dgm:cxn modelId="{574FC083-E732-45A9-BAB8-272948ACFEF2}" srcId="{31B7D9D2-2840-4D06-A8E5-B2F5CBB4199F}" destId="{3699BB4F-663A-40BC-B410-FA0CFA7E92F6}" srcOrd="0" destOrd="0" parTransId="{283AAC83-0682-43C5-B3BE-0F3BF0933A2C}" sibTransId="{F5CF7C0D-D3E8-43FF-9CE4-3DD9F561215A}"/>
    <dgm:cxn modelId="{273BBA85-75EC-458B-80B6-F1F2960A128D}" type="presOf" srcId="{4522C633-70DE-48A8-A5D5-60056C1C0ED3}" destId="{417741D8-0794-42F0-A7BA-E764B9CFBE79}" srcOrd="0" destOrd="0" presId="urn:microsoft.com/office/officeart/2005/8/layout/hList1"/>
    <dgm:cxn modelId="{2562468E-E62E-46D4-85C5-2055BA5ED2D6}" type="presOf" srcId="{BF7AC411-7E21-4F45-B44D-ED0127A8F7FC}" destId="{3D0CC48F-2C87-4481-8608-468531C38CC0}" srcOrd="0" destOrd="0" presId="urn:microsoft.com/office/officeart/2005/8/layout/hList1"/>
    <dgm:cxn modelId="{5DCA6391-4416-4A2B-A34F-A2353B1BCA3E}" srcId="{87C6DCD4-585E-4C3F-97CF-55C46FD75325}" destId="{06039EEC-DA5A-4E95-B355-136D935797B6}" srcOrd="1" destOrd="0" parTransId="{C0EDECBA-A2BE-473A-B208-AABAF760D047}" sibTransId="{D6064789-01CF-40C8-BEE0-633C0934600F}"/>
    <dgm:cxn modelId="{AE586B95-95FC-45D5-8BA3-6259D646AA59}" type="presOf" srcId="{40CF1647-6896-440B-8950-3247B910345C}" destId="{DC0E8B1F-AE1C-44FB-A6D5-DC8C7897C42D}" srcOrd="0" destOrd="0" presId="urn:microsoft.com/office/officeart/2005/8/layout/hList1"/>
    <dgm:cxn modelId="{B3B24299-0CF0-4767-8891-FA8450806E18}" srcId="{36F7EC45-D7A2-4C06-B79A-60DB0FE4297C}" destId="{EBF6C889-9937-435E-A43F-F30D059195E8}" srcOrd="0" destOrd="0" parTransId="{C82F57CD-3AFE-4DD2-B811-F3F9FCBB19CD}" sibTransId="{C59DE771-0253-4639-9E0F-D3DDA8FD4F48}"/>
    <dgm:cxn modelId="{1281899E-6994-4556-9AEA-D63B25A36ABA}" srcId="{31B7D9D2-2840-4D06-A8E5-B2F5CBB4199F}" destId="{150FA93D-0FA8-4405-8EA1-A3BC26EDD723}" srcOrd="1" destOrd="0" parTransId="{D228D13F-ABF4-495C-876D-2550267BB4C0}" sibTransId="{DF574B78-EE08-43E5-B3C3-3CFC0D7639B3}"/>
    <dgm:cxn modelId="{5762FB9E-DC2A-494F-91FD-0F4F10A696BD}" srcId="{FCD2FBC5-76E3-4713-B0FA-9B5FC8726551}" destId="{40CF1647-6896-440B-8950-3247B910345C}" srcOrd="0" destOrd="0" parTransId="{3B54BD01-E723-4A21-BCFD-638F67FF6782}" sibTransId="{7EBADAAB-D321-4BED-A8A4-DC1EC8C657F1}"/>
    <dgm:cxn modelId="{692A4E9F-9D3C-4627-9F4B-E5B9DB4E8BF1}" type="presOf" srcId="{8CE387F7-61C7-44A5-B56D-DB8E83E4BB50}" destId="{3D0CC48F-2C87-4481-8608-468531C38CC0}" srcOrd="0" destOrd="1" presId="urn:microsoft.com/office/officeart/2005/8/layout/hList1"/>
    <dgm:cxn modelId="{E5C017A9-BE3B-42BB-843A-E8611F2A404B}" srcId="{4522C633-70DE-48A8-A5D5-60056C1C0ED3}" destId="{BF7AC411-7E21-4F45-B44D-ED0127A8F7FC}" srcOrd="0" destOrd="0" parTransId="{073D14C8-5360-4B49-990E-97A29709A38E}" sibTransId="{582DA603-1D06-4C74-BADD-AC56FDF21E90}"/>
    <dgm:cxn modelId="{636BCDAD-A787-4149-80E7-8AAD55454014}" type="presOf" srcId="{0B3D99C4-8094-4B58-BCC2-930219B3D17B}" destId="{D97428DF-6015-4FDC-AC38-87A5B56C4D7A}" srcOrd="0" destOrd="0" presId="urn:microsoft.com/office/officeart/2005/8/layout/hList1"/>
    <dgm:cxn modelId="{4529B9B6-55BC-4FB3-A154-F02640076053}" srcId="{0B3D99C4-8094-4B58-BCC2-930219B3D17B}" destId="{4522C633-70DE-48A8-A5D5-60056C1C0ED3}" srcOrd="5" destOrd="0" parTransId="{30F40878-745E-42CF-9A7F-527853C4235E}" sibTransId="{4351AEF0-9344-4DEE-A7BF-559BB61D95A1}"/>
    <dgm:cxn modelId="{5AFE63BC-6F38-4981-A70F-EC2357506AEF}" type="presOf" srcId="{DF9B40A5-C55C-4B77-96A6-5D016A6F4FA0}" destId="{38D0EAEC-3053-4310-9EA3-2C483EE0254F}" srcOrd="0" destOrd="0" presId="urn:microsoft.com/office/officeart/2005/8/layout/hList1"/>
    <dgm:cxn modelId="{F30B3CCB-C041-4B94-A3D1-F58160F7A6C7}" srcId="{DF9B40A5-C55C-4B77-96A6-5D016A6F4FA0}" destId="{99DE7983-9A1A-4840-A548-D0397C929FD8}" srcOrd="0" destOrd="0" parTransId="{D21C26DB-3901-477F-84E2-265389D50710}" sibTransId="{30E4CD75-02DA-4504-9FAE-C440EDC56B08}"/>
    <dgm:cxn modelId="{474367D4-C2B3-41C7-AF06-1422C90394D7}" type="presOf" srcId="{45C95B2B-01EF-4934-B9E1-6FCE48B2EA92}" destId="{49336861-58B6-4A39-8250-A60B8B794CE7}" srcOrd="0" destOrd="0" presId="urn:microsoft.com/office/officeart/2005/8/layout/hList1"/>
    <dgm:cxn modelId="{1498DDD6-48A5-4026-8B2C-28B240E6FF6B}" type="presOf" srcId="{84F1D8A1-0880-4868-8038-632AC0DAAFEE}" destId="{58E7408A-1911-48AA-BD5E-F36B46A707B6}" srcOrd="0" destOrd="1" presId="urn:microsoft.com/office/officeart/2005/8/layout/hList1"/>
    <dgm:cxn modelId="{FE510CD8-5D1F-4A2F-A1F1-AE0A6F1759AA}" srcId="{87C6DCD4-585E-4C3F-97CF-55C46FD75325}" destId="{45C95B2B-01EF-4934-B9E1-6FCE48B2EA92}" srcOrd="0" destOrd="0" parTransId="{E95F6FF2-6CF4-44C3-80A8-963CB7559CD2}" sibTransId="{B127F5A2-D2DE-45D3-8FE4-21FF21D3095B}"/>
    <dgm:cxn modelId="{5B98D3DA-7B99-4E78-BBBB-4C7A41FAF993}" srcId="{0B3D99C4-8094-4B58-BCC2-930219B3D17B}" destId="{36F7EC45-D7A2-4C06-B79A-60DB0FE4297C}" srcOrd="2" destOrd="0" parTransId="{671AA812-E631-4C19-98DC-F70F53FB570D}" sibTransId="{69CEC06C-B06A-4B47-973F-9E5AC576BAB2}"/>
    <dgm:cxn modelId="{1DBB31DC-4FF7-4172-99DE-CBE063439255}" type="presOf" srcId="{4FCC414D-7D1F-4D3D-9A7E-86387194B3E4}" destId="{DB7C1047-C42F-4060-9B32-85A6027F4D90}" srcOrd="0" destOrd="2" presId="urn:microsoft.com/office/officeart/2005/8/layout/hList1"/>
    <dgm:cxn modelId="{1395B0EA-B900-49EE-8DB6-74377D125ED1}" srcId="{4522C633-70DE-48A8-A5D5-60056C1C0ED3}" destId="{8CE387F7-61C7-44A5-B56D-DB8E83E4BB50}" srcOrd="1" destOrd="0" parTransId="{B23FE7F3-197B-48F9-8A90-F740F9ABA7BA}" sibTransId="{B236BD80-DE48-44D3-AC26-D5F3C366F29C}"/>
    <dgm:cxn modelId="{E0CB98F0-D687-47DC-A91B-7ECCC306DCFF}" type="presOf" srcId="{150FA93D-0FA8-4405-8EA1-A3BC26EDD723}" destId="{DB7C1047-C42F-4060-9B32-85A6027F4D90}" srcOrd="0" destOrd="1" presId="urn:microsoft.com/office/officeart/2005/8/layout/hList1"/>
    <dgm:cxn modelId="{5FF84BFB-2E51-4DBA-A8A7-A9F29519F696}" srcId="{31B7D9D2-2840-4D06-A8E5-B2F5CBB4199F}" destId="{4FCC414D-7D1F-4D3D-9A7E-86387194B3E4}" srcOrd="2" destOrd="0" parTransId="{FA7E13A6-0605-4B61-AC6F-AF9B5F6A0B57}" sibTransId="{9588AA57-F160-4E2D-83D0-89836E25C741}"/>
    <dgm:cxn modelId="{0F22A896-1279-49B6-82FC-84AAC0559728}" type="presParOf" srcId="{D97428DF-6015-4FDC-AC38-87A5B56C4D7A}" destId="{A7237226-B543-4D93-A375-C6F8122B49AA}" srcOrd="0" destOrd="0" presId="urn:microsoft.com/office/officeart/2005/8/layout/hList1"/>
    <dgm:cxn modelId="{9928FF0D-9CF1-4021-AE74-2B6DAA96587B}" type="presParOf" srcId="{A7237226-B543-4D93-A375-C6F8122B49AA}" destId="{38D0EAEC-3053-4310-9EA3-2C483EE0254F}" srcOrd="0" destOrd="0" presId="urn:microsoft.com/office/officeart/2005/8/layout/hList1"/>
    <dgm:cxn modelId="{C85F62F6-39C6-467F-925A-7A4444BCF71F}" type="presParOf" srcId="{A7237226-B543-4D93-A375-C6F8122B49AA}" destId="{3341717C-8A3A-48F6-8D04-E899269C7025}" srcOrd="1" destOrd="0" presId="urn:microsoft.com/office/officeart/2005/8/layout/hList1"/>
    <dgm:cxn modelId="{96DF0D07-D9ED-4CEB-B6BB-6C724440FF14}" type="presParOf" srcId="{D97428DF-6015-4FDC-AC38-87A5B56C4D7A}" destId="{76689559-5019-40EA-9173-9A0E8752CEDC}" srcOrd="1" destOrd="0" presId="urn:microsoft.com/office/officeart/2005/8/layout/hList1"/>
    <dgm:cxn modelId="{8F565E06-6C09-4CD6-846A-3E572BDC8643}" type="presParOf" srcId="{D97428DF-6015-4FDC-AC38-87A5B56C4D7A}" destId="{890B6445-E44B-4830-BA46-2652E3C5DBD0}" srcOrd="2" destOrd="0" presId="urn:microsoft.com/office/officeart/2005/8/layout/hList1"/>
    <dgm:cxn modelId="{73C90A14-ACE8-494D-992D-ECEDA996B970}" type="presParOf" srcId="{890B6445-E44B-4830-BA46-2652E3C5DBD0}" destId="{A2C8CC6B-2695-426F-93BC-A8DE1B388DB9}" srcOrd="0" destOrd="0" presId="urn:microsoft.com/office/officeart/2005/8/layout/hList1"/>
    <dgm:cxn modelId="{5D619A4B-DF08-4DD4-92BD-FA83B0B9E37F}" type="presParOf" srcId="{890B6445-E44B-4830-BA46-2652E3C5DBD0}" destId="{DB7C1047-C42F-4060-9B32-85A6027F4D90}" srcOrd="1" destOrd="0" presId="urn:microsoft.com/office/officeart/2005/8/layout/hList1"/>
    <dgm:cxn modelId="{BEC750A5-B808-4C31-B83A-1A395D26E10F}" type="presParOf" srcId="{D97428DF-6015-4FDC-AC38-87A5B56C4D7A}" destId="{439A35E8-E5A0-4D82-AE99-035051080FDF}" srcOrd="3" destOrd="0" presId="urn:microsoft.com/office/officeart/2005/8/layout/hList1"/>
    <dgm:cxn modelId="{538D052F-B074-435A-ADCB-583A449F8458}" type="presParOf" srcId="{D97428DF-6015-4FDC-AC38-87A5B56C4D7A}" destId="{3E9BEBA7-1FC1-40DC-976C-4C1BC03601C9}" srcOrd="4" destOrd="0" presId="urn:microsoft.com/office/officeart/2005/8/layout/hList1"/>
    <dgm:cxn modelId="{854BC4BA-48C1-41BD-A6E3-16858248E2E6}" type="presParOf" srcId="{3E9BEBA7-1FC1-40DC-976C-4C1BC03601C9}" destId="{0A0CE4D8-D0BE-4248-9802-0E0DED20C60E}" srcOrd="0" destOrd="0" presId="urn:microsoft.com/office/officeart/2005/8/layout/hList1"/>
    <dgm:cxn modelId="{F7959ACA-CC89-40E0-B514-2929E604E48A}" type="presParOf" srcId="{3E9BEBA7-1FC1-40DC-976C-4C1BC03601C9}" destId="{58E7408A-1911-48AA-BD5E-F36B46A707B6}" srcOrd="1" destOrd="0" presId="urn:microsoft.com/office/officeart/2005/8/layout/hList1"/>
    <dgm:cxn modelId="{B8A92BF2-4BC9-4C85-B5FE-FA28BADD6EE7}" type="presParOf" srcId="{D97428DF-6015-4FDC-AC38-87A5B56C4D7A}" destId="{6E0A47D1-9F0E-45F8-9BB4-C34C928769AF}" srcOrd="5" destOrd="0" presId="urn:microsoft.com/office/officeart/2005/8/layout/hList1"/>
    <dgm:cxn modelId="{9F857BAA-421E-40EC-8488-969E6CFAD4FB}" type="presParOf" srcId="{D97428DF-6015-4FDC-AC38-87A5B56C4D7A}" destId="{BA9CC2C3-207B-4882-8935-7547501BA871}" srcOrd="6" destOrd="0" presId="urn:microsoft.com/office/officeart/2005/8/layout/hList1"/>
    <dgm:cxn modelId="{9B73A85F-8A4A-45BA-9A33-2FD92F1975EC}" type="presParOf" srcId="{BA9CC2C3-207B-4882-8935-7547501BA871}" destId="{D21D7C97-03D7-457D-9476-C4F45B24CC1E}" srcOrd="0" destOrd="0" presId="urn:microsoft.com/office/officeart/2005/8/layout/hList1"/>
    <dgm:cxn modelId="{1D30FC7D-BC33-4A67-9D94-E537B241FF41}" type="presParOf" srcId="{BA9CC2C3-207B-4882-8935-7547501BA871}" destId="{DC0E8B1F-AE1C-44FB-A6D5-DC8C7897C42D}" srcOrd="1" destOrd="0" presId="urn:microsoft.com/office/officeart/2005/8/layout/hList1"/>
    <dgm:cxn modelId="{C9843369-D1C1-43CF-8DF8-2D8EA36D7408}" type="presParOf" srcId="{D97428DF-6015-4FDC-AC38-87A5B56C4D7A}" destId="{340CD59B-7EB0-4973-BD17-6A57DCE34F57}" srcOrd="7" destOrd="0" presId="urn:microsoft.com/office/officeart/2005/8/layout/hList1"/>
    <dgm:cxn modelId="{3DB73471-FD91-4368-A368-BBEB7E97A79D}" type="presParOf" srcId="{D97428DF-6015-4FDC-AC38-87A5B56C4D7A}" destId="{59FC6482-4EEC-4C82-97E2-21002EF15F80}" srcOrd="8" destOrd="0" presId="urn:microsoft.com/office/officeart/2005/8/layout/hList1"/>
    <dgm:cxn modelId="{05F18588-4A2E-41CB-B48D-3065AB9DB5DE}" type="presParOf" srcId="{59FC6482-4EEC-4C82-97E2-21002EF15F80}" destId="{4FBBF88C-A4DB-48AD-8443-89516A6A591E}" srcOrd="0" destOrd="0" presId="urn:microsoft.com/office/officeart/2005/8/layout/hList1"/>
    <dgm:cxn modelId="{54065BFB-A95F-4CE5-8AE8-39A350D85332}" type="presParOf" srcId="{59FC6482-4EEC-4C82-97E2-21002EF15F80}" destId="{49336861-58B6-4A39-8250-A60B8B794CE7}" srcOrd="1" destOrd="0" presId="urn:microsoft.com/office/officeart/2005/8/layout/hList1"/>
    <dgm:cxn modelId="{34096FD4-3C4A-4D07-98F5-2E605DAB7196}" type="presParOf" srcId="{D97428DF-6015-4FDC-AC38-87A5B56C4D7A}" destId="{C967D9AE-857F-4C6C-A8B5-13ABAF332564}" srcOrd="9" destOrd="0" presId="urn:microsoft.com/office/officeart/2005/8/layout/hList1"/>
    <dgm:cxn modelId="{B96F7B49-2D48-48AC-9880-5CB7B1E53F05}" type="presParOf" srcId="{D97428DF-6015-4FDC-AC38-87A5B56C4D7A}" destId="{D4A48CD1-3C46-49CC-9822-8FC569CBD7AB}" srcOrd="10" destOrd="0" presId="urn:microsoft.com/office/officeart/2005/8/layout/hList1"/>
    <dgm:cxn modelId="{4B728FF1-6D4A-44E2-872A-AA434E0467D5}" type="presParOf" srcId="{D4A48CD1-3C46-49CC-9822-8FC569CBD7AB}" destId="{417741D8-0794-42F0-A7BA-E764B9CFBE79}" srcOrd="0" destOrd="0" presId="urn:microsoft.com/office/officeart/2005/8/layout/hList1"/>
    <dgm:cxn modelId="{89A0FFD8-DFCC-462F-9C69-F00609A39736}" type="presParOf" srcId="{D4A48CD1-3C46-49CC-9822-8FC569CBD7AB}" destId="{3D0CC48F-2C87-4481-8608-468531C38CC0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08F9B3-7A54-4E32-B509-5D936ED40FBC}">
      <dsp:nvSpPr>
        <dsp:cNvPr id="0" name=""/>
        <dsp:cNvSpPr/>
      </dsp:nvSpPr>
      <dsp:spPr>
        <a:xfrm>
          <a:off x="0" y="0"/>
          <a:ext cx="7898130" cy="83544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2100" kern="1200"/>
            <a:t>Recordar la sintaxis esencial de Python para programación científica.</a:t>
          </a:r>
          <a:endParaRPr lang="en-US" sz="2100" kern="1200"/>
        </a:p>
      </dsp:txBody>
      <dsp:txXfrm>
        <a:off x="24469" y="24469"/>
        <a:ext cx="6926027" cy="786505"/>
      </dsp:txXfrm>
    </dsp:sp>
    <dsp:sp modelId="{62A84157-A168-4CFF-A75E-3B3385F22C6E}">
      <dsp:nvSpPr>
        <dsp:cNvPr id="0" name=""/>
        <dsp:cNvSpPr/>
      </dsp:nvSpPr>
      <dsp:spPr>
        <a:xfrm>
          <a:off x="661468" y="987342"/>
          <a:ext cx="7898130" cy="83544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Utilizar nuevamente las principales librerías de computación científica: NumPy, Pandas, Matplotlib, SciPy.</a:t>
          </a:r>
        </a:p>
      </dsp:txBody>
      <dsp:txXfrm>
        <a:off x="685937" y="1011811"/>
        <a:ext cx="6644685" cy="786505"/>
      </dsp:txXfrm>
    </dsp:sp>
    <dsp:sp modelId="{99BE90A0-CD67-48A4-970C-EC86D2173575}">
      <dsp:nvSpPr>
        <dsp:cNvPr id="0" name=""/>
        <dsp:cNvSpPr/>
      </dsp:nvSpPr>
      <dsp:spPr>
        <a:xfrm>
          <a:off x="1313064" y="1974684"/>
          <a:ext cx="7898130" cy="83544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Reconocer buenas prácticas para programación científica y desarrollo de notebooks.</a:t>
          </a:r>
        </a:p>
      </dsp:txBody>
      <dsp:txXfrm>
        <a:off x="1337533" y="1999153"/>
        <a:ext cx="6654558" cy="786505"/>
      </dsp:txXfrm>
    </dsp:sp>
    <dsp:sp modelId="{922108F2-16B4-47E6-948A-7116F68451EC}">
      <dsp:nvSpPr>
        <dsp:cNvPr id="0" name=""/>
        <dsp:cNvSpPr/>
      </dsp:nvSpPr>
      <dsp:spPr>
        <a:xfrm>
          <a:off x="1974532" y="2962026"/>
          <a:ext cx="7898130" cy="83544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Integrar estas herramientas en la solución de un problema científico sencillo.</a:t>
          </a:r>
        </a:p>
      </dsp:txBody>
      <dsp:txXfrm>
        <a:off x="1999001" y="2986495"/>
        <a:ext cx="6644685" cy="786505"/>
      </dsp:txXfrm>
    </dsp:sp>
    <dsp:sp modelId="{B5DD2321-44DD-4A9F-B8CA-1A4B5C460081}">
      <dsp:nvSpPr>
        <dsp:cNvPr id="0" name=""/>
        <dsp:cNvSpPr/>
      </dsp:nvSpPr>
      <dsp:spPr>
        <a:xfrm>
          <a:off x="7355092" y="639873"/>
          <a:ext cx="543038" cy="54303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7477276" y="639873"/>
        <a:ext cx="298670" cy="408636"/>
      </dsp:txXfrm>
    </dsp:sp>
    <dsp:sp modelId="{308E2D1E-B509-4979-93EC-2756555534BA}">
      <dsp:nvSpPr>
        <dsp:cNvPr id="0" name=""/>
        <dsp:cNvSpPr/>
      </dsp:nvSpPr>
      <dsp:spPr>
        <a:xfrm>
          <a:off x="8016560" y="1627215"/>
          <a:ext cx="543038" cy="543038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8138744" y="1627215"/>
        <a:ext cx="298670" cy="408636"/>
      </dsp:txXfrm>
    </dsp:sp>
    <dsp:sp modelId="{E97C3502-BB14-4F46-989D-5DA6008D2C33}">
      <dsp:nvSpPr>
        <dsp:cNvPr id="0" name=""/>
        <dsp:cNvSpPr/>
      </dsp:nvSpPr>
      <dsp:spPr>
        <a:xfrm>
          <a:off x="8668156" y="2614558"/>
          <a:ext cx="543038" cy="543038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8790340" y="2614558"/>
        <a:ext cx="298670" cy="40863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CAAC9B-496B-453B-B4BF-DBE1A0120C3A}">
      <dsp:nvSpPr>
        <dsp:cNvPr id="0" name=""/>
        <dsp:cNvSpPr/>
      </dsp:nvSpPr>
      <dsp:spPr>
        <a:xfrm>
          <a:off x="470" y="68805"/>
          <a:ext cx="1833736" cy="110024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900" kern="1200" dirty="0">
              <a:latin typeface="Aptos" panose="020B0004020202020204" pitchFamily="34" charset="0"/>
            </a:rPr>
            <a:t>Problema Físico</a:t>
          </a:r>
        </a:p>
      </dsp:txBody>
      <dsp:txXfrm>
        <a:off x="470" y="68805"/>
        <a:ext cx="1833736" cy="1100241"/>
      </dsp:txXfrm>
    </dsp:sp>
    <dsp:sp modelId="{771971AB-E2A2-479B-9C19-0B67E2E55C59}">
      <dsp:nvSpPr>
        <dsp:cNvPr id="0" name=""/>
        <dsp:cNvSpPr/>
      </dsp:nvSpPr>
      <dsp:spPr>
        <a:xfrm>
          <a:off x="2017579" y="68805"/>
          <a:ext cx="1833736" cy="110024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900" kern="1200" dirty="0"/>
            <a:t>Modelo Matemático</a:t>
          </a:r>
        </a:p>
      </dsp:txBody>
      <dsp:txXfrm>
        <a:off x="2017579" y="68805"/>
        <a:ext cx="1833736" cy="1100241"/>
      </dsp:txXfrm>
    </dsp:sp>
    <dsp:sp modelId="{AC976A43-A5BA-41CC-B6D3-E728E3BF8C80}">
      <dsp:nvSpPr>
        <dsp:cNvPr id="0" name=""/>
        <dsp:cNvSpPr/>
      </dsp:nvSpPr>
      <dsp:spPr>
        <a:xfrm>
          <a:off x="470" y="1352420"/>
          <a:ext cx="1833736" cy="110024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900" kern="1200" dirty="0"/>
            <a:t>Implementación Computacional</a:t>
          </a:r>
        </a:p>
      </dsp:txBody>
      <dsp:txXfrm>
        <a:off x="470" y="1352420"/>
        <a:ext cx="1833736" cy="1100241"/>
      </dsp:txXfrm>
    </dsp:sp>
    <dsp:sp modelId="{2799F6FA-2780-4E6A-BBAB-53D98B619719}">
      <dsp:nvSpPr>
        <dsp:cNvPr id="0" name=""/>
        <dsp:cNvSpPr/>
      </dsp:nvSpPr>
      <dsp:spPr>
        <a:xfrm>
          <a:off x="2017579" y="1352420"/>
          <a:ext cx="1833736" cy="110024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1900" kern="1200" dirty="0"/>
            <a:t>Resultados Numéricos</a:t>
          </a:r>
          <a:endParaRPr lang="en-US" sz="1900" kern="1200" dirty="0"/>
        </a:p>
      </dsp:txBody>
      <dsp:txXfrm>
        <a:off x="2017579" y="1352420"/>
        <a:ext cx="1833736" cy="1100241"/>
      </dsp:txXfrm>
    </dsp:sp>
    <dsp:sp modelId="{10D2B052-7E65-46B8-95ED-78D79F683A69}">
      <dsp:nvSpPr>
        <dsp:cNvPr id="0" name=""/>
        <dsp:cNvSpPr/>
      </dsp:nvSpPr>
      <dsp:spPr>
        <a:xfrm>
          <a:off x="470" y="2636035"/>
          <a:ext cx="1833736" cy="110024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1900" kern="1200" dirty="0"/>
            <a:t>Visualización</a:t>
          </a:r>
          <a:endParaRPr lang="en-US" sz="1900" kern="1200" dirty="0"/>
        </a:p>
      </dsp:txBody>
      <dsp:txXfrm>
        <a:off x="470" y="2636035"/>
        <a:ext cx="1833736" cy="1100241"/>
      </dsp:txXfrm>
    </dsp:sp>
    <dsp:sp modelId="{376558B5-D3A7-4976-AAEB-A0B65E9C8CA2}">
      <dsp:nvSpPr>
        <dsp:cNvPr id="0" name=""/>
        <dsp:cNvSpPr/>
      </dsp:nvSpPr>
      <dsp:spPr>
        <a:xfrm>
          <a:off x="2017579" y="2636035"/>
          <a:ext cx="1833736" cy="110024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1900" kern="1200" dirty="0"/>
            <a:t>Interpretación Científica</a:t>
          </a:r>
          <a:endParaRPr lang="en-US" sz="1900" kern="1200" dirty="0"/>
        </a:p>
      </dsp:txBody>
      <dsp:txXfrm>
        <a:off x="2017579" y="2636035"/>
        <a:ext cx="1833736" cy="110024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D0EAEC-3053-4310-9EA3-2C483EE0254F}">
      <dsp:nvSpPr>
        <dsp:cNvPr id="0" name=""/>
        <dsp:cNvSpPr/>
      </dsp:nvSpPr>
      <dsp:spPr>
        <a:xfrm>
          <a:off x="2884" y="1370424"/>
          <a:ext cx="1532311" cy="50806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Problema </a:t>
          </a:r>
          <a:r>
            <a:rPr lang="en-US" sz="1400" kern="1200" dirty="0" err="1"/>
            <a:t>físico</a:t>
          </a:r>
          <a:endParaRPr lang="en-US" sz="1400" kern="1200" dirty="0"/>
        </a:p>
      </dsp:txBody>
      <dsp:txXfrm>
        <a:off x="2884" y="1370424"/>
        <a:ext cx="1532311" cy="508062"/>
      </dsp:txXfrm>
    </dsp:sp>
    <dsp:sp modelId="{3341717C-8A3A-48F6-8D04-E899269C7025}">
      <dsp:nvSpPr>
        <dsp:cNvPr id="0" name=""/>
        <dsp:cNvSpPr/>
      </dsp:nvSpPr>
      <dsp:spPr>
        <a:xfrm>
          <a:off x="2884" y="1878487"/>
          <a:ext cx="1532311" cy="202117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en-US" sz="1400" kern="1200" dirty="0">
              <a:latin typeface="Aptos" panose="020B0004020202020204" pitchFamily="34" charset="0"/>
            </a:rPr>
            <a:t>¿</a:t>
          </a:r>
          <a:r>
            <a:rPr lang="en-US" sz="1400" kern="1200" dirty="0" err="1">
              <a:latin typeface="Aptos" panose="020B0004020202020204" pitchFamily="34" charset="0"/>
            </a:rPr>
            <a:t>Cómo</a:t>
          </a:r>
          <a:r>
            <a:rPr lang="en-US" sz="1400" kern="1200" dirty="0">
              <a:latin typeface="Aptos" panose="020B0004020202020204" pitchFamily="34" charset="0"/>
            </a:rPr>
            <a:t> </a:t>
          </a:r>
          <a:r>
            <a:rPr lang="en-US" sz="1400" kern="1200" dirty="0" err="1">
              <a:latin typeface="Aptos" panose="020B0004020202020204" pitchFamily="34" charset="0"/>
            </a:rPr>
            <a:t>evoluciona</a:t>
          </a:r>
          <a:r>
            <a:rPr lang="en-US" sz="1400" kern="1200" dirty="0">
              <a:latin typeface="Aptos" panose="020B0004020202020204" pitchFamily="34" charset="0"/>
            </a:rPr>
            <a:t> un </a:t>
          </a:r>
          <a:r>
            <a:rPr lang="en-US" sz="1400" kern="1200" dirty="0" err="1">
              <a:latin typeface="Aptos" panose="020B0004020202020204" pitchFamily="34" charset="0"/>
            </a:rPr>
            <a:t>péndulo</a:t>
          </a:r>
          <a:r>
            <a:rPr lang="en-US" sz="1400" kern="1200" dirty="0">
              <a:latin typeface="Aptos" panose="020B0004020202020204" pitchFamily="34" charset="0"/>
            </a:rPr>
            <a:t> </a:t>
          </a:r>
          <a:r>
            <a:rPr lang="en-US" sz="1400" kern="1200" dirty="0" err="1">
              <a:latin typeface="Aptos" panose="020B0004020202020204" pitchFamily="34" charset="0"/>
            </a:rPr>
            <a:t>amortiguado</a:t>
          </a:r>
          <a:r>
            <a:rPr lang="en-US" sz="1400" kern="1200" dirty="0">
              <a:latin typeface="Aptos" panose="020B0004020202020204" pitchFamily="34" charset="0"/>
            </a:rPr>
            <a:t>?</a:t>
          </a:r>
        </a:p>
      </dsp:txBody>
      <dsp:txXfrm>
        <a:off x="2884" y="1878487"/>
        <a:ext cx="1532311" cy="2021177"/>
      </dsp:txXfrm>
    </dsp:sp>
    <dsp:sp modelId="{A2C8CC6B-2695-426F-93BC-A8DE1B388DB9}">
      <dsp:nvSpPr>
        <dsp:cNvPr id="0" name=""/>
        <dsp:cNvSpPr/>
      </dsp:nvSpPr>
      <dsp:spPr>
        <a:xfrm>
          <a:off x="1749718" y="1370424"/>
          <a:ext cx="1532311" cy="50806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Modelo </a:t>
          </a:r>
          <a:r>
            <a:rPr lang="en-US" sz="1400" kern="1200" dirty="0" err="1">
              <a:latin typeface="Aptos" panose="020B0004020202020204" pitchFamily="34" charset="0"/>
            </a:rPr>
            <a:t>matemático</a:t>
          </a:r>
          <a:endParaRPr lang="en-US" sz="1400" kern="1200" dirty="0">
            <a:latin typeface="Aptos" panose="020B0004020202020204" pitchFamily="34" charset="0"/>
          </a:endParaRPr>
        </a:p>
      </dsp:txBody>
      <dsp:txXfrm>
        <a:off x="1749718" y="1370424"/>
        <a:ext cx="1532311" cy="508062"/>
      </dsp:txXfrm>
    </dsp:sp>
    <dsp:sp modelId="{DB7C1047-C42F-4060-9B32-85A6027F4D90}">
      <dsp:nvSpPr>
        <dsp:cNvPr id="0" name=""/>
        <dsp:cNvSpPr/>
      </dsp:nvSpPr>
      <dsp:spPr>
        <a:xfrm>
          <a:off x="1749718" y="1878487"/>
          <a:ext cx="1532311" cy="202117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kern="1200" dirty="0" err="1">
              <a:latin typeface="Aptos" panose="020B0004020202020204" pitchFamily="34" charset="0"/>
            </a:rPr>
            <a:t>Escribir</a:t>
          </a:r>
          <a:r>
            <a:rPr lang="en-US" sz="1400" kern="1200" dirty="0">
              <a:latin typeface="Aptos" panose="020B0004020202020204" pitchFamily="34" charset="0"/>
            </a:rPr>
            <a:t> la </a:t>
          </a:r>
          <a:r>
            <a:rPr lang="en-US" sz="1400" kern="1200" dirty="0" err="1">
              <a:latin typeface="Aptos" panose="020B0004020202020204" pitchFamily="34" charset="0"/>
            </a:rPr>
            <a:t>ecuación</a:t>
          </a:r>
          <a:r>
            <a:rPr lang="en-US" sz="1400" kern="1200" dirty="0">
              <a:latin typeface="Aptos" panose="020B0004020202020204" pitchFamily="34" charset="0"/>
            </a:rPr>
            <a:t> </a:t>
          </a:r>
          <a:r>
            <a:rPr lang="en-US" sz="1400" kern="1200" dirty="0" err="1">
              <a:latin typeface="Aptos" panose="020B0004020202020204" pitchFamily="34" charset="0"/>
            </a:rPr>
            <a:t>diferencial</a:t>
          </a:r>
          <a:r>
            <a:rPr lang="en-US" sz="1400" kern="1200" dirty="0">
              <a:latin typeface="Aptos" panose="020B0004020202020204" pitchFamily="34" charset="0"/>
            </a:rPr>
            <a:t>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kern="1200" dirty="0">
              <a:latin typeface="Aptos" panose="020B0004020202020204" pitchFamily="34" charset="0"/>
            </a:rPr>
            <a:t>No </a:t>
          </a:r>
          <a:r>
            <a:rPr lang="en-US" sz="1400" kern="1200" dirty="0" err="1">
              <a:latin typeface="Aptos" panose="020B0004020202020204" pitchFamily="34" charset="0"/>
            </a:rPr>
            <a:t>resolverla</a:t>
          </a:r>
          <a:r>
            <a:rPr lang="en-US" sz="1400" kern="1200" dirty="0">
              <a:latin typeface="Aptos" panose="020B0004020202020204" pitchFamily="34" charset="0"/>
            </a:rPr>
            <a:t>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kern="1200" dirty="0" err="1">
              <a:latin typeface="Aptos" panose="020B0004020202020204" pitchFamily="34" charset="0"/>
            </a:rPr>
            <a:t>Simplemente</a:t>
          </a:r>
          <a:r>
            <a:rPr lang="en-US" sz="1400" kern="1200" dirty="0">
              <a:latin typeface="Aptos" panose="020B0004020202020204" pitchFamily="34" charset="0"/>
            </a:rPr>
            <a:t> </a:t>
          </a:r>
          <a:r>
            <a:rPr lang="en-US" sz="1400" kern="1200" dirty="0" err="1">
              <a:latin typeface="Aptos" panose="020B0004020202020204" pitchFamily="34" charset="0"/>
            </a:rPr>
            <a:t>mostrar</a:t>
          </a:r>
          <a:r>
            <a:rPr lang="en-US" sz="1400" kern="1200" dirty="0">
              <a:latin typeface="Aptos" panose="020B0004020202020204" pitchFamily="34" charset="0"/>
            </a:rPr>
            <a:t> </a:t>
          </a:r>
          <a:r>
            <a:rPr lang="en-US" sz="1400" kern="1200" dirty="0" err="1">
              <a:latin typeface="Aptos" panose="020B0004020202020204" pitchFamily="34" charset="0"/>
            </a:rPr>
            <a:t>que</a:t>
          </a:r>
          <a:r>
            <a:rPr lang="en-US" sz="1400" kern="1200" dirty="0">
              <a:latin typeface="Aptos" panose="020B0004020202020204" pitchFamily="34" charset="0"/>
            </a:rPr>
            <a:t> </a:t>
          </a:r>
          <a:r>
            <a:rPr lang="en-US" sz="1400" kern="1200" dirty="0" err="1">
              <a:latin typeface="Aptos" panose="020B0004020202020204" pitchFamily="34" charset="0"/>
            </a:rPr>
            <a:t>existe</a:t>
          </a:r>
          <a:r>
            <a:rPr lang="en-US" sz="1400" kern="1200" dirty="0">
              <a:latin typeface="Aptos" panose="020B0004020202020204" pitchFamily="34" charset="0"/>
            </a:rPr>
            <a:t> un </a:t>
          </a:r>
          <a:r>
            <a:rPr lang="en-US" sz="1400" kern="1200" dirty="0" err="1">
              <a:latin typeface="Aptos" panose="020B0004020202020204" pitchFamily="34" charset="0"/>
            </a:rPr>
            <a:t>modelo</a:t>
          </a:r>
          <a:r>
            <a:rPr lang="en-US" sz="1400" kern="1200" dirty="0">
              <a:latin typeface="Aptos" panose="020B0004020202020204" pitchFamily="34" charset="0"/>
            </a:rPr>
            <a:t> </a:t>
          </a:r>
          <a:r>
            <a:rPr lang="en-US" sz="1400" kern="1200" dirty="0" err="1">
              <a:latin typeface="Aptos" panose="020B0004020202020204" pitchFamily="34" charset="0"/>
            </a:rPr>
            <a:t>matemático</a:t>
          </a:r>
          <a:r>
            <a:rPr lang="en-US" sz="1400" kern="1200" dirty="0">
              <a:latin typeface="Aptos" panose="020B0004020202020204" pitchFamily="34" charset="0"/>
            </a:rPr>
            <a:t>.</a:t>
          </a:r>
        </a:p>
      </dsp:txBody>
      <dsp:txXfrm>
        <a:off x="1749718" y="1878487"/>
        <a:ext cx="1532311" cy="2021177"/>
      </dsp:txXfrm>
    </dsp:sp>
    <dsp:sp modelId="{0A0CE4D8-D0BE-4248-9802-0E0DED20C60E}">
      <dsp:nvSpPr>
        <dsp:cNvPr id="0" name=""/>
        <dsp:cNvSpPr/>
      </dsp:nvSpPr>
      <dsp:spPr>
        <a:xfrm>
          <a:off x="3496553" y="1370424"/>
          <a:ext cx="1532311" cy="50806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 err="1">
              <a:latin typeface="Aptos" panose="020B0004020202020204" pitchFamily="34" charset="0"/>
            </a:rPr>
            <a:t>Implementación</a:t>
          </a:r>
          <a:endParaRPr lang="en-US" sz="1400" kern="1200" dirty="0">
            <a:latin typeface="Aptos" panose="020B0004020202020204" pitchFamily="34" charset="0"/>
          </a:endParaRPr>
        </a:p>
      </dsp:txBody>
      <dsp:txXfrm>
        <a:off x="3496553" y="1370424"/>
        <a:ext cx="1532311" cy="508062"/>
      </dsp:txXfrm>
    </dsp:sp>
    <dsp:sp modelId="{58E7408A-1911-48AA-BD5E-F36B46A707B6}">
      <dsp:nvSpPr>
        <dsp:cNvPr id="0" name=""/>
        <dsp:cNvSpPr/>
      </dsp:nvSpPr>
      <dsp:spPr>
        <a:xfrm>
          <a:off x="3496553" y="1878487"/>
          <a:ext cx="1532311" cy="202117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kern="1200" dirty="0" err="1">
              <a:latin typeface="Aptos" panose="020B0004020202020204" pitchFamily="34" charset="0"/>
            </a:rPr>
            <a:t>Aquí</a:t>
          </a:r>
          <a:r>
            <a:rPr lang="en-US" sz="1400" kern="1200" dirty="0">
              <a:latin typeface="Aptos" panose="020B0004020202020204" pitchFamily="34" charset="0"/>
            </a:rPr>
            <a:t> </a:t>
          </a:r>
          <a:r>
            <a:rPr lang="en-US" sz="1400" kern="1200" dirty="0" err="1">
              <a:latin typeface="Aptos" panose="020B0004020202020204" pitchFamily="34" charset="0"/>
            </a:rPr>
            <a:t>aparece</a:t>
          </a:r>
          <a:r>
            <a:rPr lang="en-US" sz="1400" kern="1200" dirty="0">
              <a:latin typeface="Aptos" panose="020B0004020202020204" pitchFamily="34" charset="0"/>
            </a:rPr>
            <a:t> Python.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kern="1200" dirty="0" err="1">
              <a:latin typeface="Aptos" panose="020B0004020202020204" pitchFamily="34" charset="0"/>
            </a:rPr>
            <a:t>Traducimos</a:t>
          </a:r>
          <a:r>
            <a:rPr lang="en-US" sz="1400" kern="1200" dirty="0">
              <a:latin typeface="Aptos" panose="020B0004020202020204" pitchFamily="34" charset="0"/>
            </a:rPr>
            <a:t> las </a:t>
          </a:r>
          <a:r>
            <a:rPr lang="en-US" sz="1400" kern="1200" dirty="0" err="1">
              <a:latin typeface="Aptos" panose="020B0004020202020204" pitchFamily="34" charset="0"/>
            </a:rPr>
            <a:t>ecuaciones</a:t>
          </a:r>
          <a:r>
            <a:rPr lang="en-US" sz="1400" kern="1200" dirty="0">
              <a:latin typeface="Aptos" panose="020B0004020202020204" pitchFamily="34" charset="0"/>
            </a:rPr>
            <a:t> a </a:t>
          </a:r>
          <a:r>
            <a:rPr lang="en-US" sz="1400" kern="1200" dirty="0" err="1">
              <a:latin typeface="Aptos" panose="020B0004020202020204" pitchFamily="34" charset="0"/>
            </a:rPr>
            <a:t>código</a:t>
          </a:r>
          <a:r>
            <a:rPr lang="en-US" sz="1400" kern="1200" dirty="0">
              <a:latin typeface="Aptos" panose="020B0004020202020204" pitchFamily="34" charset="0"/>
            </a:rPr>
            <a:t>.</a:t>
          </a:r>
        </a:p>
      </dsp:txBody>
      <dsp:txXfrm>
        <a:off x="3496553" y="1878487"/>
        <a:ext cx="1532311" cy="2021177"/>
      </dsp:txXfrm>
    </dsp:sp>
    <dsp:sp modelId="{D21D7C97-03D7-457D-9476-C4F45B24CC1E}">
      <dsp:nvSpPr>
        <dsp:cNvPr id="0" name=""/>
        <dsp:cNvSpPr/>
      </dsp:nvSpPr>
      <dsp:spPr>
        <a:xfrm>
          <a:off x="5243387" y="1370424"/>
          <a:ext cx="1532311" cy="50806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 err="1">
              <a:latin typeface="Aptos" panose="020B0004020202020204" pitchFamily="34" charset="0"/>
            </a:rPr>
            <a:t>Resultados</a:t>
          </a:r>
          <a:endParaRPr lang="en-US" sz="1400" kern="1200" dirty="0">
            <a:latin typeface="Aptos" panose="020B0004020202020204" pitchFamily="34" charset="0"/>
          </a:endParaRPr>
        </a:p>
      </dsp:txBody>
      <dsp:txXfrm>
        <a:off x="5243387" y="1370424"/>
        <a:ext cx="1532311" cy="508062"/>
      </dsp:txXfrm>
    </dsp:sp>
    <dsp:sp modelId="{DC0E8B1F-AE1C-44FB-A6D5-DC8C7897C42D}">
      <dsp:nvSpPr>
        <dsp:cNvPr id="0" name=""/>
        <dsp:cNvSpPr/>
      </dsp:nvSpPr>
      <dsp:spPr>
        <a:xfrm>
          <a:off x="5243387" y="1878487"/>
          <a:ext cx="1532311" cy="202117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kern="1200" dirty="0">
              <a:latin typeface="Aptos" panose="020B0004020202020204" pitchFamily="34" charset="0"/>
            </a:rPr>
            <a:t>El </a:t>
          </a:r>
          <a:r>
            <a:rPr lang="en-US" sz="1400" kern="1200" dirty="0" err="1">
              <a:latin typeface="Aptos" panose="020B0004020202020204" pitchFamily="34" charset="0"/>
            </a:rPr>
            <a:t>computador</a:t>
          </a:r>
          <a:r>
            <a:rPr lang="en-US" sz="1400" kern="1200" dirty="0">
              <a:latin typeface="Aptos" panose="020B0004020202020204" pitchFamily="34" charset="0"/>
            </a:rPr>
            <a:t> genera miles o </a:t>
          </a:r>
          <a:r>
            <a:rPr lang="en-US" sz="1400" kern="1200" dirty="0" err="1">
              <a:latin typeface="Aptos" panose="020B0004020202020204" pitchFamily="34" charset="0"/>
            </a:rPr>
            <a:t>millones</a:t>
          </a:r>
          <a:r>
            <a:rPr lang="en-US" sz="1400" kern="1200" dirty="0">
              <a:latin typeface="Aptos" panose="020B0004020202020204" pitchFamily="34" charset="0"/>
            </a:rPr>
            <a:t> de </a:t>
          </a:r>
          <a:r>
            <a:rPr lang="en-US" sz="1400" kern="1200" dirty="0" err="1">
              <a:latin typeface="Aptos" panose="020B0004020202020204" pitchFamily="34" charset="0"/>
            </a:rPr>
            <a:t>datos</a:t>
          </a:r>
          <a:r>
            <a:rPr lang="en-US" sz="1400" kern="1200" dirty="0">
              <a:latin typeface="Aptos" panose="020B0004020202020204" pitchFamily="34" charset="0"/>
            </a:rPr>
            <a:t>.</a:t>
          </a:r>
        </a:p>
      </dsp:txBody>
      <dsp:txXfrm>
        <a:off x="5243387" y="1878487"/>
        <a:ext cx="1532311" cy="2021177"/>
      </dsp:txXfrm>
    </dsp:sp>
    <dsp:sp modelId="{4FBBF88C-A4DB-48AD-8443-89516A6A591E}">
      <dsp:nvSpPr>
        <dsp:cNvPr id="0" name=""/>
        <dsp:cNvSpPr/>
      </dsp:nvSpPr>
      <dsp:spPr>
        <a:xfrm>
          <a:off x="6990222" y="1370424"/>
          <a:ext cx="1532311" cy="50806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 err="1">
              <a:latin typeface="Aptos" panose="020B0004020202020204" pitchFamily="34" charset="0"/>
            </a:rPr>
            <a:t>Visualización</a:t>
          </a:r>
          <a:endParaRPr lang="en-US" sz="1400" kern="1200" dirty="0">
            <a:latin typeface="Aptos" panose="020B0004020202020204" pitchFamily="34" charset="0"/>
          </a:endParaRPr>
        </a:p>
      </dsp:txBody>
      <dsp:txXfrm>
        <a:off x="6990222" y="1370424"/>
        <a:ext cx="1532311" cy="508062"/>
      </dsp:txXfrm>
    </dsp:sp>
    <dsp:sp modelId="{49336861-58B6-4A39-8250-A60B8B794CE7}">
      <dsp:nvSpPr>
        <dsp:cNvPr id="0" name=""/>
        <dsp:cNvSpPr/>
      </dsp:nvSpPr>
      <dsp:spPr>
        <a:xfrm>
          <a:off x="6990222" y="1878487"/>
          <a:ext cx="1532311" cy="202117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kern="1200">
              <a:latin typeface="Aptos" panose="020B0004020202020204" pitchFamily="34" charset="0"/>
            </a:rPr>
            <a:t>Los datos por sí solos dicen poco.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kern="1200" dirty="0" err="1">
              <a:latin typeface="Aptos" panose="020B0004020202020204" pitchFamily="34" charset="0"/>
            </a:rPr>
            <a:t>Necesitamos</a:t>
          </a:r>
          <a:r>
            <a:rPr lang="en-US" sz="1400" kern="1200" dirty="0">
              <a:latin typeface="Aptos" panose="020B0004020202020204" pitchFamily="34" charset="0"/>
            </a:rPr>
            <a:t> </a:t>
          </a:r>
          <a:r>
            <a:rPr lang="en-US" sz="1400" kern="1200" dirty="0" err="1">
              <a:latin typeface="Aptos" panose="020B0004020202020204" pitchFamily="34" charset="0"/>
            </a:rPr>
            <a:t>graficarlos</a:t>
          </a:r>
          <a:r>
            <a:rPr lang="en-US" sz="1400" kern="1200" dirty="0">
              <a:latin typeface="Aptos" panose="020B0004020202020204" pitchFamily="34" charset="0"/>
            </a:rPr>
            <a:t>.</a:t>
          </a:r>
        </a:p>
      </dsp:txBody>
      <dsp:txXfrm>
        <a:off x="6990222" y="1878487"/>
        <a:ext cx="1532311" cy="2021177"/>
      </dsp:txXfrm>
    </dsp:sp>
    <dsp:sp modelId="{417741D8-0794-42F0-A7BA-E764B9CFBE79}">
      <dsp:nvSpPr>
        <dsp:cNvPr id="0" name=""/>
        <dsp:cNvSpPr/>
      </dsp:nvSpPr>
      <dsp:spPr>
        <a:xfrm>
          <a:off x="8737056" y="1370424"/>
          <a:ext cx="1532311" cy="50806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 err="1">
              <a:latin typeface="Aptos" panose="020B0004020202020204" pitchFamily="34" charset="0"/>
            </a:rPr>
            <a:t>Interpretación</a:t>
          </a:r>
          <a:endParaRPr lang="en-US" sz="1400" kern="1200" dirty="0">
            <a:latin typeface="Aptos" panose="020B0004020202020204" pitchFamily="34" charset="0"/>
          </a:endParaRPr>
        </a:p>
      </dsp:txBody>
      <dsp:txXfrm>
        <a:off x="8737056" y="1370424"/>
        <a:ext cx="1532311" cy="508062"/>
      </dsp:txXfrm>
    </dsp:sp>
    <dsp:sp modelId="{3D0CC48F-2C87-4481-8608-468531C38CC0}">
      <dsp:nvSpPr>
        <dsp:cNvPr id="0" name=""/>
        <dsp:cNvSpPr/>
      </dsp:nvSpPr>
      <dsp:spPr>
        <a:xfrm>
          <a:off x="8737056" y="1878487"/>
          <a:ext cx="1532311" cy="202117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kern="1200">
              <a:latin typeface="Aptos" panose="020B0004020202020204" pitchFamily="34" charset="0"/>
            </a:rPr>
            <a:t>La etapa más importante.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kern="1200">
              <a:latin typeface="Aptos" panose="020B0004020202020204" pitchFamily="34" charset="0"/>
            </a:rPr>
            <a:t>No basta con obtener una gráfica.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kern="1200">
              <a:latin typeface="Aptos" panose="020B0004020202020204" pitchFamily="34" charset="0"/>
            </a:rPr>
            <a:t>Debemos comprender qué significa físicamente.</a:t>
          </a:r>
        </a:p>
      </dsp:txBody>
      <dsp:txXfrm>
        <a:off x="8737056" y="1878487"/>
        <a:ext cx="1532311" cy="202117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C04262-0A33-49E7-9E88-EC0A7B9C208F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4EDC9A-AE69-4112-934B-48EF1FECAF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042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err="1"/>
              <a:t>Notas</a:t>
            </a:r>
            <a:r>
              <a:rPr lang="en-US" b="1" dirty="0"/>
              <a:t> del </a:t>
            </a:r>
            <a:r>
              <a:rPr lang="en-US" b="1" dirty="0" err="1"/>
              <a:t>docente</a:t>
            </a:r>
            <a:endParaRPr lang="en-US" b="1" dirty="0"/>
          </a:p>
          <a:p>
            <a:r>
              <a:rPr lang="en-US" dirty="0" err="1"/>
              <a:t>Duración</a:t>
            </a:r>
            <a:r>
              <a:rPr lang="en-US" dirty="0"/>
              <a:t> </a:t>
            </a:r>
            <a:r>
              <a:rPr lang="en-US" dirty="0" err="1"/>
              <a:t>aproximada</a:t>
            </a:r>
            <a:r>
              <a:rPr lang="en-US" dirty="0"/>
              <a:t>:</a:t>
            </a:r>
            <a:br>
              <a:rPr lang="en-US" dirty="0"/>
            </a:br>
            <a:r>
              <a:rPr lang="en-US" b="1" dirty="0"/>
              <a:t>5 </a:t>
            </a:r>
            <a:r>
              <a:rPr lang="en-US" b="1" dirty="0" err="1"/>
              <a:t>minutos</a:t>
            </a:r>
            <a:endParaRPr lang="en-US" dirty="0"/>
          </a:p>
          <a:p>
            <a:r>
              <a:rPr lang="en-US" dirty="0"/>
              <a:t>Leer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objetivos</a:t>
            </a:r>
            <a:r>
              <a:rPr lang="en-US" dirty="0"/>
              <a:t> uno </a:t>
            </a:r>
            <a:r>
              <a:rPr lang="en-US" dirty="0" err="1"/>
              <a:t>por</a:t>
            </a:r>
            <a:r>
              <a:rPr lang="en-US" dirty="0"/>
              <a:t> uno, </a:t>
            </a:r>
            <a:r>
              <a:rPr lang="en-US" dirty="0" err="1"/>
              <a:t>pero</a:t>
            </a:r>
            <a:r>
              <a:rPr lang="en-US" dirty="0"/>
              <a:t> no </a:t>
            </a:r>
            <a:r>
              <a:rPr lang="en-US" dirty="0" err="1"/>
              <a:t>limitarse</a:t>
            </a:r>
            <a:r>
              <a:rPr lang="en-US" dirty="0"/>
              <a:t> a </a:t>
            </a:r>
            <a:r>
              <a:rPr lang="en-US" dirty="0" err="1"/>
              <a:t>leerlos</a:t>
            </a:r>
            <a:r>
              <a:rPr lang="en-US" dirty="0"/>
              <a:t>; </a:t>
            </a:r>
            <a:r>
              <a:rPr lang="en-US" dirty="0" err="1"/>
              <a:t>explicarlos</a:t>
            </a:r>
            <a:r>
              <a:rPr lang="en-US" dirty="0"/>
              <a:t>.</a:t>
            </a:r>
          </a:p>
          <a:p>
            <a:r>
              <a:rPr lang="en-US" dirty="0"/>
              <a:t>Para el primer </a:t>
            </a:r>
            <a:r>
              <a:rPr lang="en-US" dirty="0" err="1"/>
              <a:t>objetivo</a:t>
            </a:r>
            <a:r>
              <a:rPr lang="en-US" dirty="0"/>
              <a:t>:</a:t>
            </a:r>
          </a:p>
          <a:p>
            <a:r>
              <a:rPr lang="en-US" dirty="0" err="1"/>
              <a:t>Recordar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no </a:t>
            </a:r>
            <a:r>
              <a:rPr lang="en-US" dirty="0" err="1"/>
              <a:t>aprenderán</a:t>
            </a:r>
            <a:r>
              <a:rPr lang="en-US" dirty="0"/>
              <a:t> Python </a:t>
            </a:r>
            <a:r>
              <a:rPr lang="en-US" dirty="0" err="1"/>
              <a:t>nuevamente</a:t>
            </a:r>
            <a:r>
              <a:rPr lang="en-US" dirty="0"/>
              <a:t>. El </a:t>
            </a:r>
            <a:r>
              <a:rPr lang="en-US" dirty="0" err="1"/>
              <a:t>propósito</a:t>
            </a:r>
            <a:r>
              <a:rPr lang="en-US" dirty="0"/>
              <a:t> es </a:t>
            </a:r>
            <a:r>
              <a:rPr lang="en-US" dirty="0" err="1"/>
              <a:t>refrescar</a:t>
            </a:r>
            <a:r>
              <a:rPr lang="en-US" dirty="0"/>
              <a:t> </a:t>
            </a:r>
            <a:r>
              <a:rPr lang="en-US" dirty="0" err="1"/>
              <a:t>conceptos</a:t>
            </a:r>
            <a:r>
              <a:rPr lang="en-US" dirty="0"/>
              <a:t> </a:t>
            </a:r>
            <a:r>
              <a:rPr lang="en-US" dirty="0" err="1"/>
              <a:t>necesarios</a:t>
            </a:r>
            <a:r>
              <a:rPr lang="en-US" dirty="0"/>
              <a:t> para </a:t>
            </a:r>
            <a:r>
              <a:rPr lang="en-US" dirty="0" err="1"/>
              <a:t>comenzar</a:t>
            </a:r>
            <a:r>
              <a:rPr lang="en-US" dirty="0"/>
              <a:t> con </a:t>
            </a:r>
            <a:r>
              <a:rPr lang="en-US" dirty="0" err="1"/>
              <a:t>métodos</a:t>
            </a:r>
            <a:r>
              <a:rPr lang="en-US" dirty="0"/>
              <a:t> </a:t>
            </a:r>
            <a:r>
              <a:rPr lang="en-US" dirty="0" err="1"/>
              <a:t>numéricos</a:t>
            </a:r>
            <a:r>
              <a:rPr lang="en-US" dirty="0"/>
              <a:t>.</a:t>
            </a:r>
          </a:p>
          <a:p>
            <a:r>
              <a:rPr lang="en-US" dirty="0"/>
              <a:t>Para el </a:t>
            </a:r>
            <a:r>
              <a:rPr lang="en-US" dirty="0" err="1"/>
              <a:t>segundo</a:t>
            </a:r>
            <a:r>
              <a:rPr lang="en-US" dirty="0"/>
              <a:t>:</a:t>
            </a:r>
          </a:p>
          <a:p>
            <a:r>
              <a:rPr lang="en-US" dirty="0" err="1"/>
              <a:t>Explicar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las </a:t>
            </a:r>
            <a:r>
              <a:rPr lang="en-US" dirty="0" err="1"/>
              <a:t>librerías</a:t>
            </a:r>
            <a:r>
              <a:rPr lang="en-US" dirty="0"/>
              <a:t> son </a:t>
            </a:r>
            <a:r>
              <a:rPr lang="en-US" dirty="0" err="1"/>
              <a:t>herramientas</a:t>
            </a:r>
            <a:r>
              <a:rPr lang="en-US" dirty="0"/>
              <a:t> </a:t>
            </a:r>
            <a:r>
              <a:rPr lang="en-US" dirty="0" err="1"/>
              <a:t>complementarias</a:t>
            </a:r>
            <a:r>
              <a:rPr lang="en-US" dirty="0"/>
              <a:t>:</a:t>
            </a:r>
          </a:p>
          <a:p>
            <a:r>
              <a:rPr lang="en-US" dirty="0"/>
              <a:t>NumPy </a:t>
            </a:r>
            <a:r>
              <a:rPr lang="en-US" dirty="0" err="1"/>
              <a:t>permite</a:t>
            </a:r>
            <a:r>
              <a:rPr lang="en-US" dirty="0"/>
              <a:t> </a:t>
            </a:r>
            <a:r>
              <a:rPr lang="en-US" dirty="0" err="1"/>
              <a:t>trabajar</a:t>
            </a:r>
            <a:r>
              <a:rPr lang="en-US" dirty="0"/>
              <a:t> con </a:t>
            </a:r>
            <a:r>
              <a:rPr lang="en-US" dirty="0" err="1"/>
              <a:t>arreglos</a:t>
            </a:r>
            <a:r>
              <a:rPr lang="en-US" dirty="0"/>
              <a:t> y </a:t>
            </a:r>
            <a:r>
              <a:rPr lang="en-US" dirty="0" err="1"/>
              <a:t>cálculo</a:t>
            </a:r>
            <a:r>
              <a:rPr lang="en-US" dirty="0"/>
              <a:t> </a:t>
            </a:r>
            <a:r>
              <a:rPr lang="en-US" dirty="0" err="1"/>
              <a:t>numérico</a:t>
            </a:r>
            <a:r>
              <a:rPr lang="en-US" dirty="0"/>
              <a:t>. </a:t>
            </a:r>
          </a:p>
          <a:p>
            <a:r>
              <a:rPr lang="en-US" dirty="0"/>
              <a:t>Pandas </a:t>
            </a:r>
            <a:r>
              <a:rPr lang="en-US" dirty="0" err="1"/>
              <a:t>facilita</a:t>
            </a:r>
            <a:r>
              <a:rPr lang="en-US" dirty="0"/>
              <a:t> el </a:t>
            </a:r>
            <a:r>
              <a:rPr lang="en-US" dirty="0" err="1"/>
              <a:t>manejo</a:t>
            </a:r>
            <a:r>
              <a:rPr lang="en-US" dirty="0"/>
              <a:t> de </a:t>
            </a:r>
            <a:r>
              <a:rPr lang="en-US" dirty="0" err="1"/>
              <a:t>datos</a:t>
            </a:r>
            <a:r>
              <a:rPr lang="en-US" dirty="0"/>
              <a:t>. </a:t>
            </a:r>
          </a:p>
          <a:p>
            <a:r>
              <a:rPr lang="en-US" dirty="0"/>
              <a:t>Matplotlib </a:t>
            </a:r>
            <a:r>
              <a:rPr lang="en-US" dirty="0" err="1"/>
              <a:t>permite</a:t>
            </a:r>
            <a:r>
              <a:rPr lang="en-US" dirty="0"/>
              <a:t> </a:t>
            </a:r>
            <a:r>
              <a:rPr lang="en-US" dirty="0" err="1"/>
              <a:t>visualizar</a:t>
            </a:r>
            <a:r>
              <a:rPr lang="en-US" dirty="0"/>
              <a:t> </a:t>
            </a:r>
            <a:r>
              <a:rPr lang="en-US" dirty="0" err="1"/>
              <a:t>resultados</a:t>
            </a:r>
            <a:r>
              <a:rPr lang="en-US" dirty="0"/>
              <a:t>. </a:t>
            </a:r>
          </a:p>
          <a:p>
            <a:r>
              <a:rPr lang="en-US" dirty="0"/>
              <a:t>SciPy </a:t>
            </a:r>
            <a:r>
              <a:rPr lang="en-US" dirty="0" err="1"/>
              <a:t>ofrece</a:t>
            </a:r>
            <a:r>
              <a:rPr lang="en-US" dirty="0"/>
              <a:t> </a:t>
            </a:r>
            <a:r>
              <a:rPr lang="en-US" dirty="0" err="1"/>
              <a:t>algoritmos</a:t>
            </a:r>
            <a:r>
              <a:rPr lang="en-US" dirty="0"/>
              <a:t> </a:t>
            </a:r>
            <a:r>
              <a:rPr lang="en-US" dirty="0" err="1"/>
              <a:t>científicos</a:t>
            </a:r>
            <a:r>
              <a:rPr lang="en-US" dirty="0"/>
              <a:t> </a:t>
            </a:r>
            <a:r>
              <a:rPr lang="en-US" dirty="0" err="1"/>
              <a:t>ya</a:t>
            </a:r>
            <a:r>
              <a:rPr lang="en-US" dirty="0"/>
              <a:t> </a:t>
            </a:r>
            <a:r>
              <a:rPr lang="en-US" dirty="0" err="1"/>
              <a:t>implementados</a:t>
            </a:r>
            <a:r>
              <a:rPr lang="en-US" dirty="0"/>
              <a:t>. </a:t>
            </a:r>
          </a:p>
          <a:p>
            <a:r>
              <a:rPr lang="en-US" dirty="0"/>
              <a:t>Para el </a:t>
            </a:r>
            <a:r>
              <a:rPr lang="en-US" dirty="0" err="1"/>
              <a:t>tercero</a:t>
            </a:r>
            <a:r>
              <a:rPr lang="en-US" dirty="0"/>
              <a:t>:</a:t>
            </a:r>
          </a:p>
          <a:p>
            <a:r>
              <a:rPr lang="en-US" dirty="0" err="1"/>
              <a:t>Explicar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escribir</a:t>
            </a:r>
            <a:r>
              <a:rPr lang="en-US" dirty="0"/>
              <a:t> </a:t>
            </a:r>
            <a:r>
              <a:rPr lang="en-US" dirty="0" err="1"/>
              <a:t>código</a:t>
            </a:r>
            <a:r>
              <a:rPr lang="en-US" dirty="0"/>
              <a:t> </a:t>
            </a:r>
            <a:r>
              <a:rPr lang="en-US" dirty="0" err="1"/>
              <a:t>correcto</a:t>
            </a:r>
            <a:r>
              <a:rPr lang="en-US" dirty="0"/>
              <a:t> no </a:t>
            </a:r>
            <a:r>
              <a:rPr lang="en-US" dirty="0" err="1"/>
              <a:t>siempre</a:t>
            </a:r>
            <a:r>
              <a:rPr lang="en-US" dirty="0"/>
              <a:t> </a:t>
            </a:r>
            <a:r>
              <a:rPr lang="en-US" dirty="0" err="1"/>
              <a:t>implica</a:t>
            </a:r>
            <a:r>
              <a:rPr lang="en-US" dirty="0"/>
              <a:t> </a:t>
            </a:r>
            <a:r>
              <a:rPr lang="en-US" dirty="0" err="1"/>
              <a:t>escribir</a:t>
            </a:r>
            <a:r>
              <a:rPr lang="en-US" dirty="0"/>
              <a:t> </a:t>
            </a:r>
            <a:r>
              <a:rPr lang="en-US" dirty="0" err="1"/>
              <a:t>buen</a:t>
            </a:r>
            <a:r>
              <a:rPr lang="en-US" dirty="0"/>
              <a:t> </a:t>
            </a:r>
            <a:r>
              <a:rPr lang="en-US" dirty="0" err="1"/>
              <a:t>código</a:t>
            </a:r>
            <a:r>
              <a:rPr lang="en-US" dirty="0"/>
              <a:t>.</a:t>
            </a:r>
          </a:p>
          <a:p>
            <a:r>
              <a:rPr lang="en-US" dirty="0"/>
              <a:t>Durante el </a:t>
            </a:r>
            <a:r>
              <a:rPr lang="en-US" dirty="0" err="1"/>
              <a:t>semestre</a:t>
            </a:r>
            <a:r>
              <a:rPr lang="en-US" dirty="0"/>
              <a:t> </a:t>
            </a:r>
            <a:r>
              <a:rPr lang="en-US" dirty="0" err="1"/>
              <a:t>aprenderán</a:t>
            </a:r>
            <a:r>
              <a:rPr lang="en-US" dirty="0"/>
              <a:t> a </a:t>
            </a:r>
            <a:r>
              <a:rPr lang="en-US" dirty="0" err="1"/>
              <a:t>desarrollar</a:t>
            </a:r>
            <a:r>
              <a:rPr lang="en-US" dirty="0"/>
              <a:t> </a:t>
            </a:r>
            <a:r>
              <a:rPr lang="en-US" dirty="0" err="1"/>
              <a:t>programas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sean</a:t>
            </a:r>
            <a:r>
              <a:rPr lang="en-US" dirty="0"/>
              <a:t>:</a:t>
            </a:r>
          </a:p>
          <a:p>
            <a:r>
              <a:rPr lang="en-US" dirty="0"/>
              <a:t>claros </a:t>
            </a:r>
          </a:p>
          <a:p>
            <a:r>
              <a:rPr lang="en-US" dirty="0" err="1"/>
              <a:t>organizados</a:t>
            </a:r>
            <a:r>
              <a:rPr lang="en-US" dirty="0"/>
              <a:t> </a:t>
            </a:r>
          </a:p>
          <a:p>
            <a:r>
              <a:rPr lang="en-US" dirty="0" err="1"/>
              <a:t>reutilizables</a:t>
            </a:r>
            <a:r>
              <a:rPr lang="en-US" dirty="0"/>
              <a:t> </a:t>
            </a:r>
          </a:p>
          <a:p>
            <a:r>
              <a:rPr lang="en-US" dirty="0" err="1"/>
              <a:t>fáciles</a:t>
            </a:r>
            <a:r>
              <a:rPr lang="en-US" dirty="0"/>
              <a:t> de </a:t>
            </a:r>
            <a:r>
              <a:rPr lang="en-US" dirty="0" err="1"/>
              <a:t>mantener</a:t>
            </a:r>
            <a:r>
              <a:rPr lang="en-US" dirty="0"/>
              <a:t> </a:t>
            </a:r>
          </a:p>
          <a:p>
            <a:r>
              <a:rPr lang="en-US" dirty="0" err="1"/>
              <a:t>Finalmente</a:t>
            </a:r>
            <a:r>
              <a:rPr lang="en-US" dirty="0"/>
              <a:t> </a:t>
            </a:r>
            <a:r>
              <a:rPr lang="en-US" dirty="0" err="1"/>
              <a:t>indicar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terminarán</a:t>
            </a:r>
            <a:r>
              <a:rPr lang="en-US" dirty="0"/>
              <a:t> la clase </a:t>
            </a:r>
            <a:r>
              <a:rPr lang="en-US" dirty="0" err="1"/>
              <a:t>resolviendo</a:t>
            </a:r>
            <a:r>
              <a:rPr lang="en-US" dirty="0"/>
              <a:t> un </a:t>
            </a:r>
            <a:r>
              <a:rPr lang="en-US" dirty="0" err="1"/>
              <a:t>pequeño</a:t>
            </a:r>
            <a:r>
              <a:rPr lang="en-US" dirty="0"/>
              <a:t> problema </a:t>
            </a:r>
            <a:r>
              <a:rPr lang="en-US" dirty="0" err="1"/>
              <a:t>físico</a:t>
            </a:r>
            <a:r>
              <a:rPr lang="en-US" dirty="0"/>
              <a:t> </a:t>
            </a:r>
            <a:r>
              <a:rPr lang="en-US" dirty="0" err="1"/>
              <a:t>utilizando</a:t>
            </a:r>
            <a:r>
              <a:rPr lang="en-US" dirty="0"/>
              <a:t> </a:t>
            </a:r>
            <a:r>
              <a:rPr lang="en-US" dirty="0" err="1"/>
              <a:t>todas</a:t>
            </a:r>
            <a:r>
              <a:rPr lang="en-US" dirty="0"/>
              <a:t> </a:t>
            </a:r>
            <a:r>
              <a:rPr lang="en-US" dirty="0" err="1"/>
              <a:t>estas</a:t>
            </a:r>
            <a:r>
              <a:rPr lang="en-US" dirty="0"/>
              <a:t> </a:t>
            </a:r>
            <a:r>
              <a:rPr lang="en-US" dirty="0" err="1"/>
              <a:t>herramientas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4EDC9A-AE69-4112-934B-48EF1FECAFD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3298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err="1"/>
              <a:t>Notas</a:t>
            </a:r>
            <a:r>
              <a:rPr lang="en-US" b="1" dirty="0"/>
              <a:t> del </a:t>
            </a:r>
            <a:r>
              <a:rPr lang="en-US" b="1" dirty="0" err="1"/>
              <a:t>docente</a:t>
            </a:r>
            <a:endParaRPr lang="en-US" b="1" dirty="0"/>
          </a:p>
          <a:p>
            <a:r>
              <a:rPr lang="en-US" dirty="0" err="1"/>
              <a:t>Duración</a:t>
            </a:r>
            <a:r>
              <a:rPr lang="en-US" dirty="0"/>
              <a:t> </a:t>
            </a:r>
            <a:r>
              <a:rPr lang="en-US" dirty="0" err="1"/>
              <a:t>aproximada</a:t>
            </a:r>
            <a:r>
              <a:rPr lang="en-US" dirty="0"/>
              <a:t>:</a:t>
            </a:r>
            <a:br>
              <a:rPr lang="en-US" dirty="0"/>
            </a:br>
            <a:r>
              <a:rPr lang="en-US" b="1" dirty="0"/>
              <a:t>10 </a:t>
            </a:r>
            <a:r>
              <a:rPr lang="en-US" b="1" dirty="0" err="1"/>
              <a:t>minutos</a:t>
            </a:r>
            <a:endParaRPr lang="en-US" dirty="0"/>
          </a:p>
          <a:p>
            <a:r>
              <a:rPr lang="en-US" dirty="0"/>
              <a:t>Esta </a:t>
            </a:r>
            <a:r>
              <a:rPr lang="en-US" dirty="0" err="1"/>
              <a:t>diapositiva</a:t>
            </a:r>
            <a:r>
              <a:rPr lang="en-US" dirty="0"/>
              <a:t> es </a:t>
            </a:r>
            <a:r>
              <a:rPr lang="en-US" dirty="0" err="1"/>
              <a:t>una</a:t>
            </a:r>
            <a:r>
              <a:rPr lang="en-US" dirty="0"/>
              <a:t> de las </a:t>
            </a:r>
            <a:r>
              <a:rPr lang="en-US" dirty="0" err="1"/>
              <a:t>más</a:t>
            </a:r>
            <a:r>
              <a:rPr lang="en-US" dirty="0"/>
              <a:t> </a:t>
            </a:r>
            <a:r>
              <a:rPr lang="en-US" dirty="0" err="1"/>
              <a:t>importantes</a:t>
            </a:r>
            <a:r>
              <a:rPr lang="en-US" dirty="0"/>
              <a:t> de </a:t>
            </a:r>
            <a:r>
              <a:rPr lang="en-US" dirty="0" err="1"/>
              <a:t>toda</a:t>
            </a:r>
            <a:r>
              <a:rPr lang="en-US" dirty="0"/>
              <a:t> la clase.</a:t>
            </a:r>
          </a:p>
          <a:p>
            <a:r>
              <a:rPr lang="en-US" dirty="0" err="1"/>
              <a:t>Explicar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el </a:t>
            </a:r>
            <a:r>
              <a:rPr lang="en-US" dirty="0" err="1"/>
              <a:t>computador</a:t>
            </a:r>
            <a:r>
              <a:rPr lang="en-US" dirty="0"/>
              <a:t> </a:t>
            </a:r>
            <a:r>
              <a:rPr lang="en-US" b="1" dirty="0"/>
              <a:t>no </a:t>
            </a:r>
            <a:r>
              <a:rPr lang="en-US" b="1" dirty="0" err="1"/>
              <a:t>reemplaza</a:t>
            </a:r>
            <a:r>
              <a:rPr lang="en-US" b="1" dirty="0"/>
              <a:t> la </a:t>
            </a:r>
            <a:r>
              <a:rPr lang="en-US" b="1" dirty="0" err="1"/>
              <a:t>Física</a:t>
            </a:r>
            <a:r>
              <a:rPr lang="en-US" dirty="0"/>
              <a:t>.</a:t>
            </a:r>
          </a:p>
          <a:p>
            <a:r>
              <a:rPr lang="en-US" dirty="0"/>
              <a:t>La </a:t>
            </a:r>
            <a:r>
              <a:rPr lang="en-US" dirty="0" err="1"/>
              <a:t>Física</a:t>
            </a:r>
            <a:r>
              <a:rPr lang="en-US" dirty="0"/>
              <a:t> </a:t>
            </a:r>
            <a:r>
              <a:rPr lang="en-US" dirty="0" err="1"/>
              <a:t>sigue</a:t>
            </a:r>
            <a:r>
              <a:rPr lang="en-US" dirty="0"/>
              <a:t> </a:t>
            </a:r>
            <a:r>
              <a:rPr lang="en-US" dirty="0" err="1"/>
              <a:t>siendo</a:t>
            </a:r>
            <a:r>
              <a:rPr lang="en-US" dirty="0"/>
              <a:t> el </a:t>
            </a:r>
            <a:r>
              <a:rPr lang="en-US" dirty="0" err="1"/>
              <a:t>fundamento</a:t>
            </a:r>
            <a:r>
              <a:rPr lang="en-US" dirty="0"/>
              <a:t>.</a:t>
            </a:r>
          </a:p>
          <a:p>
            <a:r>
              <a:rPr lang="en-US" dirty="0"/>
              <a:t>Lo </a:t>
            </a:r>
            <a:r>
              <a:rPr lang="en-US" dirty="0" err="1"/>
              <a:t>que</a:t>
            </a:r>
            <a:r>
              <a:rPr lang="en-US" dirty="0"/>
              <a:t> hace el </a:t>
            </a:r>
            <a:r>
              <a:rPr lang="en-US" dirty="0" err="1"/>
              <a:t>computador</a:t>
            </a:r>
            <a:r>
              <a:rPr lang="en-US" dirty="0"/>
              <a:t> es </a:t>
            </a:r>
            <a:r>
              <a:rPr lang="en-US" dirty="0" err="1"/>
              <a:t>permitir</a:t>
            </a:r>
            <a:r>
              <a:rPr lang="en-US" dirty="0"/>
              <a:t> resolver </a:t>
            </a:r>
            <a:r>
              <a:rPr lang="en-US" dirty="0" err="1"/>
              <a:t>problemas</a:t>
            </a:r>
            <a:r>
              <a:rPr lang="en-US" dirty="0"/>
              <a:t> </a:t>
            </a:r>
            <a:r>
              <a:rPr lang="en-US" dirty="0" err="1"/>
              <a:t>cuya</a:t>
            </a:r>
            <a:r>
              <a:rPr lang="en-US" dirty="0"/>
              <a:t> </a:t>
            </a:r>
            <a:r>
              <a:rPr lang="en-US" dirty="0" err="1"/>
              <a:t>solución</a:t>
            </a:r>
            <a:r>
              <a:rPr lang="en-US" dirty="0"/>
              <a:t> manual </a:t>
            </a:r>
            <a:r>
              <a:rPr lang="en-US" dirty="0" err="1"/>
              <a:t>sería</a:t>
            </a:r>
            <a:r>
              <a:rPr lang="en-US" dirty="0"/>
              <a:t> </a:t>
            </a:r>
            <a:r>
              <a:rPr lang="en-US" dirty="0" err="1"/>
              <a:t>imposible</a:t>
            </a:r>
            <a:r>
              <a:rPr lang="en-US" dirty="0"/>
              <a:t> o demasiado </a:t>
            </a:r>
            <a:r>
              <a:rPr lang="en-US" dirty="0" err="1"/>
              <a:t>costosa</a:t>
            </a:r>
            <a:r>
              <a:rPr lang="en-US" dirty="0"/>
              <a:t>.</a:t>
            </a:r>
          </a:p>
          <a:p>
            <a:r>
              <a:rPr lang="en-US" dirty="0" err="1"/>
              <a:t>Recorrer</a:t>
            </a:r>
            <a:r>
              <a:rPr lang="en-US" dirty="0"/>
              <a:t> el </a:t>
            </a:r>
            <a:r>
              <a:rPr lang="en-US" dirty="0" err="1"/>
              <a:t>flujo</a:t>
            </a:r>
            <a:r>
              <a:rPr lang="en-US" dirty="0"/>
              <a:t> de trabajo paso a paso.</a:t>
            </a:r>
          </a:p>
          <a:p>
            <a:r>
              <a:rPr lang="en-US" b="1" dirty="0"/>
              <a:t>Problema </a:t>
            </a:r>
            <a:r>
              <a:rPr lang="en-US" b="1" dirty="0" err="1"/>
              <a:t>físico</a:t>
            </a:r>
            <a:endParaRPr lang="en-US" b="1" dirty="0"/>
          </a:p>
          <a:p>
            <a:r>
              <a:rPr lang="en-US" dirty="0" err="1"/>
              <a:t>Ejemplo</a:t>
            </a:r>
            <a:r>
              <a:rPr lang="en-US" dirty="0"/>
              <a:t>:</a:t>
            </a:r>
          </a:p>
          <a:p>
            <a:r>
              <a:rPr lang="en-US" dirty="0"/>
              <a:t>¿</a:t>
            </a:r>
            <a:r>
              <a:rPr lang="en-US" dirty="0" err="1"/>
              <a:t>Cómo</a:t>
            </a:r>
            <a:r>
              <a:rPr lang="en-US" dirty="0"/>
              <a:t> </a:t>
            </a:r>
            <a:r>
              <a:rPr lang="en-US" dirty="0" err="1"/>
              <a:t>evoluciona</a:t>
            </a:r>
            <a:r>
              <a:rPr lang="en-US" dirty="0"/>
              <a:t> un </a:t>
            </a:r>
            <a:r>
              <a:rPr lang="en-US" dirty="0" err="1"/>
              <a:t>péndulo</a:t>
            </a:r>
            <a:r>
              <a:rPr lang="en-US" dirty="0"/>
              <a:t> </a:t>
            </a:r>
            <a:r>
              <a:rPr lang="en-US" dirty="0" err="1"/>
              <a:t>amortiguado</a:t>
            </a:r>
            <a:r>
              <a:rPr lang="en-US" dirty="0"/>
              <a:t>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4EDC9A-AE69-4112-934B-48EF1FECAFD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3163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Concluir</a:t>
            </a:r>
            <a:r>
              <a:rPr lang="en-US" dirty="0"/>
              <a:t> </a:t>
            </a:r>
            <a:r>
              <a:rPr lang="en-US" dirty="0" err="1"/>
              <a:t>diciendo</a:t>
            </a:r>
            <a:r>
              <a:rPr lang="en-US" dirty="0"/>
              <a:t>:</a:t>
            </a:r>
          </a:p>
          <a:p>
            <a:r>
              <a:rPr lang="en-US" dirty="0"/>
              <a:t>"En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curso</a:t>
            </a:r>
            <a:r>
              <a:rPr lang="en-US" dirty="0"/>
              <a:t> </a:t>
            </a:r>
            <a:r>
              <a:rPr lang="en-US" dirty="0" err="1"/>
              <a:t>nos</a:t>
            </a:r>
            <a:r>
              <a:rPr lang="en-US" dirty="0"/>
              <a:t> </a:t>
            </a:r>
            <a:r>
              <a:rPr lang="en-US" dirty="0" err="1"/>
              <a:t>enfocaremos</a:t>
            </a:r>
            <a:r>
              <a:rPr lang="en-US" dirty="0"/>
              <a:t> </a:t>
            </a:r>
            <a:r>
              <a:rPr lang="en-US" dirty="0" err="1"/>
              <a:t>principalmente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la parte central del </a:t>
            </a:r>
            <a:r>
              <a:rPr lang="en-US" dirty="0" err="1"/>
              <a:t>proceso</a:t>
            </a:r>
            <a:r>
              <a:rPr lang="en-US" dirty="0"/>
              <a:t>: </a:t>
            </a:r>
            <a:r>
              <a:rPr lang="en-US" dirty="0" err="1"/>
              <a:t>desarrollar</a:t>
            </a:r>
            <a:r>
              <a:rPr lang="en-US" dirty="0"/>
              <a:t> </a:t>
            </a:r>
            <a:r>
              <a:rPr lang="en-US" dirty="0" err="1"/>
              <a:t>algoritmos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permitan</a:t>
            </a:r>
            <a:r>
              <a:rPr lang="en-US" dirty="0"/>
              <a:t> </a:t>
            </a:r>
            <a:r>
              <a:rPr lang="en-US" dirty="0" err="1"/>
              <a:t>obtener</a:t>
            </a:r>
            <a:r>
              <a:rPr lang="en-US" dirty="0"/>
              <a:t> </a:t>
            </a:r>
            <a:r>
              <a:rPr lang="en-US" dirty="0" err="1"/>
              <a:t>resultados</a:t>
            </a:r>
            <a:r>
              <a:rPr lang="en-US" dirty="0"/>
              <a:t> </a:t>
            </a:r>
            <a:r>
              <a:rPr lang="en-US" dirty="0" err="1"/>
              <a:t>numéricos</a:t>
            </a:r>
            <a:r>
              <a:rPr lang="en-US" dirty="0"/>
              <a:t> </a:t>
            </a:r>
            <a:r>
              <a:rPr lang="en-US" dirty="0" err="1"/>
              <a:t>confiables</a:t>
            </a:r>
            <a:r>
              <a:rPr lang="en-US" dirty="0"/>
              <a:t>."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4EDC9A-AE69-4112-934B-48EF1FECAFD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0011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err="1"/>
              <a:t>Notas</a:t>
            </a:r>
            <a:r>
              <a:rPr lang="en-US" b="1" dirty="0"/>
              <a:t> del </a:t>
            </a:r>
            <a:r>
              <a:rPr lang="en-US" b="1" dirty="0" err="1"/>
              <a:t>docente</a:t>
            </a:r>
            <a:endParaRPr lang="en-US" b="1" dirty="0"/>
          </a:p>
          <a:p>
            <a:r>
              <a:rPr lang="en-US" b="1" dirty="0"/>
              <a:t>Tiempo </a:t>
            </a:r>
            <a:r>
              <a:rPr lang="en-US" b="1" dirty="0" err="1"/>
              <a:t>estimado</a:t>
            </a:r>
            <a:r>
              <a:rPr lang="en-US" b="1" dirty="0"/>
              <a:t>:</a:t>
            </a:r>
            <a:r>
              <a:rPr lang="en-US" dirty="0"/>
              <a:t> 8 </a:t>
            </a:r>
            <a:r>
              <a:rPr lang="en-US" dirty="0" err="1"/>
              <a:t>minutos</a:t>
            </a:r>
            <a:endParaRPr lang="en-US" dirty="0"/>
          </a:p>
          <a:p>
            <a:r>
              <a:rPr lang="en-US" dirty="0" err="1"/>
              <a:t>Comienza</a:t>
            </a:r>
            <a:r>
              <a:rPr lang="en-US" dirty="0"/>
              <a:t> </a:t>
            </a:r>
            <a:r>
              <a:rPr lang="en-US" dirty="0" err="1"/>
              <a:t>preguntando</a:t>
            </a:r>
            <a:r>
              <a:rPr lang="en-US" dirty="0"/>
              <a:t>:</a:t>
            </a:r>
          </a:p>
          <a:p>
            <a:r>
              <a:rPr lang="en-US" i="1" dirty="0"/>
              <a:t>"¿</a:t>
            </a:r>
            <a:r>
              <a:rPr lang="en-US" i="1" dirty="0" err="1"/>
              <a:t>Qué</a:t>
            </a:r>
            <a:r>
              <a:rPr lang="en-US" i="1" dirty="0"/>
              <a:t> </a:t>
            </a:r>
            <a:r>
              <a:rPr lang="en-US" i="1" dirty="0" err="1"/>
              <a:t>estructura</a:t>
            </a:r>
            <a:r>
              <a:rPr lang="en-US" i="1" dirty="0"/>
              <a:t> </a:t>
            </a:r>
            <a:r>
              <a:rPr lang="en-US" i="1" dirty="0" err="1"/>
              <a:t>utilizan</a:t>
            </a:r>
            <a:r>
              <a:rPr lang="en-US" i="1" dirty="0"/>
              <a:t> </a:t>
            </a:r>
            <a:r>
              <a:rPr lang="en-US" i="1" dirty="0" err="1"/>
              <a:t>más</a:t>
            </a:r>
            <a:r>
              <a:rPr lang="en-US" i="1" dirty="0"/>
              <a:t> </a:t>
            </a:r>
            <a:r>
              <a:rPr lang="en-US" i="1" dirty="0" err="1"/>
              <a:t>frecuentemente</a:t>
            </a:r>
            <a:r>
              <a:rPr lang="en-US" i="1" dirty="0"/>
              <a:t> cuando </a:t>
            </a:r>
            <a:r>
              <a:rPr lang="en-US" i="1" dirty="0" err="1"/>
              <a:t>programan</a:t>
            </a:r>
            <a:r>
              <a:rPr lang="en-US" i="1" dirty="0"/>
              <a:t>?"</a:t>
            </a:r>
            <a:endParaRPr lang="en-US" dirty="0"/>
          </a:p>
          <a:p>
            <a:r>
              <a:rPr lang="en-US" dirty="0"/>
              <a:t>La </a:t>
            </a:r>
            <a:r>
              <a:rPr lang="en-US" dirty="0" err="1"/>
              <a:t>mayoría</a:t>
            </a:r>
            <a:r>
              <a:rPr lang="en-US" dirty="0"/>
              <a:t> </a:t>
            </a:r>
            <a:r>
              <a:rPr lang="en-US" dirty="0" err="1"/>
              <a:t>responderá</a:t>
            </a:r>
            <a:r>
              <a:rPr lang="en-US" dirty="0"/>
              <a:t> "</a:t>
            </a:r>
            <a:r>
              <a:rPr lang="en-US" dirty="0" err="1"/>
              <a:t>listas</a:t>
            </a:r>
            <a:r>
              <a:rPr lang="en-US" dirty="0"/>
              <a:t>". </a:t>
            </a:r>
            <a:r>
              <a:rPr lang="en-US" dirty="0" err="1"/>
              <a:t>Aprovecha</a:t>
            </a:r>
            <a:r>
              <a:rPr lang="en-US" dirty="0"/>
              <a:t> para </a:t>
            </a:r>
            <a:r>
              <a:rPr lang="en-US" dirty="0" err="1"/>
              <a:t>aclarar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, </a:t>
            </a:r>
            <a:r>
              <a:rPr lang="en-US" dirty="0" err="1"/>
              <a:t>aunque</a:t>
            </a:r>
            <a:r>
              <a:rPr lang="en-US" dirty="0"/>
              <a:t> las </a:t>
            </a:r>
            <a:r>
              <a:rPr lang="en-US" dirty="0" err="1"/>
              <a:t>listas</a:t>
            </a:r>
            <a:r>
              <a:rPr lang="en-US" dirty="0"/>
              <a:t> son muy </a:t>
            </a:r>
            <a:r>
              <a:rPr lang="en-US" dirty="0" err="1"/>
              <a:t>versátiles</a:t>
            </a:r>
            <a:r>
              <a:rPr lang="en-US" dirty="0"/>
              <a:t>, no </a:t>
            </a:r>
            <a:r>
              <a:rPr lang="en-US" dirty="0" err="1"/>
              <a:t>siempre</a:t>
            </a:r>
            <a:r>
              <a:rPr lang="en-US" dirty="0"/>
              <a:t> son la mejor </a:t>
            </a:r>
            <a:r>
              <a:rPr lang="en-US" dirty="0" err="1"/>
              <a:t>opción</a:t>
            </a:r>
            <a:r>
              <a:rPr lang="en-US" dirty="0"/>
              <a:t>.</a:t>
            </a:r>
          </a:p>
          <a:p>
            <a:r>
              <a:rPr lang="en-US" b="1" dirty="0"/>
              <a:t>Lista (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list</a:t>
            </a:r>
            <a:r>
              <a:rPr lang="en-US" b="1" dirty="0"/>
              <a:t>)</a:t>
            </a:r>
          </a:p>
          <a:p>
            <a:r>
              <a:rPr lang="en-US" dirty="0" err="1"/>
              <a:t>Explica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lista</a:t>
            </a:r>
            <a:r>
              <a:rPr lang="en-US" dirty="0"/>
              <a:t> es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colección</a:t>
            </a:r>
            <a:r>
              <a:rPr lang="en-US" dirty="0"/>
              <a:t> </a:t>
            </a:r>
            <a:r>
              <a:rPr lang="en-US" dirty="0" err="1"/>
              <a:t>ordenada</a:t>
            </a:r>
            <a:r>
              <a:rPr lang="en-US" dirty="0"/>
              <a:t> </a:t>
            </a:r>
            <a:r>
              <a:rPr lang="en-US" dirty="0" err="1"/>
              <a:t>cuyos</a:t>
            </a:r>
            <a:r>
              <a:rPr lang="en-US" dirty="0"/>
              <a:t> </a:t>
            </a:r>
            <a:r>
              <a:rPr lang="en-US" dirty="0" err="1"/>
              <a:t>elementos</a:t>
            </a:r>
            <a:r>
              <a:rPr lang="en-US" dirty="0"/>
              <a:t> </a:t>
            </a:r>
            <a:r>
              <a:rPr lang="en-US" dirty="0" err="1"/>
              <a:t>pueden</a:t>
            </a:r>
            <a:r>
              <a:rPr lang="en-US" dirty="0"/>
              <a:t> </a:t>
            </a:r>
            <a:r>
              <a:rPr lang="en-US" dirty="0" err="1"/>
              <a:t>modificarse</a:t>
            </a:r>
            <a:r>
              <a:rPr lang="en-US" dirty="0"/>
              <a:t>.</a:t>
            </a:r>
          </a:p>
          <a:p>
            <a:r>
              <a:rPr lang="en-US" dirty="0" err="1"/>
              <a:t>Ejemplo</a:t>
            </a:r>
            <a:r>
              <a:rPr lang="en-US" dirty="0"/>
              <a:t>: registrar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serie</a:t>
            </a:r>
            <a:r>
              <a:rPr lang="en-US" dirty="0"/>
              <a:t> de </a:t>
            </a:r>
            <a:r>
              <a:rPr lang="en-US" dirty="0" err="1"/>
              <a:t>mediciones</a:t>
            </a:r>
            <a:r>
              <a:rPr lang="en-US" dirty="0"/>
              <a:t> </a:t>
            </a:r>
            <a:r>
              <a:rPr lang="en-US" dirty="0" err="1"/>
              <a:t>experimentales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se van </a:t>
            </a:r>
            <a:r>
              <a:rPr lang="en-US" dirty="0" err="1"/>
              <a:t>adquiriendo</a:t>
            </a:r>
            <a:r>
              <a:rPr lang="en-US" dirty="0"/>
              <a:t> </a:t>
            </a:r>
            <a:r>
              <a:rPr lang="en-US" dirty="0" err="1"/>
              <a:t>durante</a:t>
            </a:r>
            <a:r>
              <a:rPr lang="en-US" dirty="0"/>
              <a:t> un </a:t>
            </a:r>
            <a:r>
              <a:rPr lang="en-US" dirty="0" err="1"/>
              <a:t>experimento</a:t>
            </a:r>
            <a:r>
              <a:rPr lang="en-US" dirty="0"/>
              <a:t>.</a:t>
            </a:r>
          </a:p>
          <a:p>
            <a:r>
              <a:rPr lang="en-US" b="1" dirty="0" err="1"/>
              <a:t>Tupla</a:t>
            </a:r>
            <a:r>
              <a:rPr lang="en-US" b="1" dirty="0"/>
              <a:t> (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tuple</a:t>
            </a:r>
            <a:r>
              <a:rPr lang="en-US" b="1" dirty="0"/>
              <a:t>)</a:t>
            </a:r>
          </a:p>
          <a:p>
            <a:r>
              <a:rPr lang="en-US" dirty="0" err="1"/>
              <a:t>Explica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tupla</a:t>
            </a:r>
            <a:r>
              <a:rPr lang="en-US" dirty="0"/>
              <a:t> es </a:t>
            </a:r>
            <a:r>
              <a:rPr lang="en-US" dirty="0" err="1"/>
              <a:t>inmutable</a:t>
            </a:r>
            <a:r>
              <a:rPr lang="en-US" dirty="0"/>
              <a:t>. Esto </a:t>
            </a:r>
            <a:r>
              <a:rPr lang="en-US" dirty="0" err="1"/>
              <a:t>significa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, </a:t>
            </a:r>
            <a:r>
              <a:rPr lang="en-US" dirty="0" err="1"/>
              <a:t>una</a:t>
            </a:r>
            <a:r>
              <a:rPr lang="en-US" dirty="0"/>
              <a:t> vez </a:t>
            </a:r>
            <a:r>
              <a:rPr lang="en-US" dirty="0" err="1"/>
              <a:t>creada</a:t>
            </a:r>
            <a:r>
              <a:rPr lang="en-US" dirty="0"/>
              <a:t>, no puede </a:t>
            </a:r>
            <a:r>
              <a:rPr lang="en-US" dirty="0" err="1"/>
              <a:t>modificarse</a:t>
            </a:r>
            <a:r>
              <a:rPr lang="en-US" dirty="0"/>
              <a:t>.</a:t>
            </a:r>
          </a:p>
          <a:p>
            <a:r>
              <a:rPr lang="en-US" dirty="0"/>
              <a:t>En </a:t>
            </a:r>
            <a:r>
              <a:rPr lang="en-US" dirty="0" err="1"/>
              <a:t>Física</a:t>
            </a:r>
            <a:r>
              <a:rPr lang="en-US" dirty="0"/>
              <a:t> es </a:t>
            </a:r>
            <a:r>
              <a:rPr lang="en-US" dirty="0" err="1"/>
              <a:t>útil</a:t>
            </a:r>
            <a:r>
              <a:rPr lang="en-US" dirty="0"/>
              <a:t> para </a:t>
            </a:r>
            <a:r>
              <a:rPr lang="en-US" dirty="0" err="1"/>
              <a:t>representar</a:t>
            </a:r>
            <a:r>
              <a:rPr lang="en-US" dirty="0"/>
              <a:t> </a:t>
            </a:r>
            <a:r>
              <a:rPr lang="en-US" dirty="0" err="1"/>
              <a:t>información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conceptualmente</a:t>
            </a:r>
            <a:r>
              <a:rPr lang="en-US" dirty="0"/>
              <a:t> no cambia,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ejemplo</a:t>
            </a:r>
            <a:r>
              <a:rPr lang="en-US" dirty="0"/>
              <a:t>:</a:t>
            </a:r>
          </a:p>
          <a:p>
            <a:r>
              <a:rPr lang="en-US" dirty="0" err="1"/>
              <a:t>Coordenadas</a:t>
            </a:r>
            <a:r>
              <a:rPr lang="en-US" dirty="0"/>
              <a:t> </a:t>
            </a:r>
            <a:r>
              <a:rPr lang="en-US" dirty="0" err="1"/>
              <a:t>espaciales</a:t>
            </a:r>
            <a:r>
              <a:rPr lang="en-US" dirty="0"/>
              <a:t>. </a:t>
            </a:r>
          </a:p>
          <a:p>
            <a:r>
              <a:rPr lang="en-US" dirty="0" err="1"/>
              <a:t>Dimensiones</a:t>
            </a:r>
            <a:r>
              <a:rPr lang="en-US" dirty="0"/>
              <a:t> de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malla</a:t>
            </a:r>
            <a:r>
              <a:rPr lang="en-US" dirty="0"/>
              <a:t>. </a:t>
            </a:r>
          </a:p>
          <a:p>
            <a:r>
              <a:rPr lang="en-US" dirty="0" err="1"/>
              <a:t>Parámetros</a:t>
            </a:r>
            <a:r>
              <a:rPr lang="en-US" dirty="0"/>
              <a:t> </a:t>
            </a:r>
            <a:r>
              <a:rPr lang="en-US" dirty="0" err="1"/>
              <a:t>constantes</a:t>
            </a:r>
            <a:r>
              <a:rPr lang="en-US" dirty="0"/>
              <a:t>. </a:t>
            </a:r>
          </a:p>
          <a:p>
            <a:r>
              <a:rPr lang="en-US" b="1" dirty="0" err="1"/>
              <a:t>Diccionario</a:t>
            </a:r>
            <a:r>
              <a:rPr lang="en-US" b="1" dirty="0"/>
              <a:t> (</a:t>
            </a:r>
            <a:r>
              <a:rPr 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dict</a:t>
            </a:r>
            <a:r>
              <a:rPr lang="en-US" b="1" dirty="0"/>
              <a:t>)</a:t>
            </a:r>
          </a:p>
          <a:p>
            <a:r>
              <a:rPr lang="en-US" dirty="0" err="1"/>
              <a:t>Explica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un </a:t>
            </a:r>
            <a:r>
              <a:rPr lang="en-US" dirty="0" err="1"/>
              <a:t>diccionario</a:t>
            </a:r>
            <a:r>
              <a:rPr lang="en-US" dirty="0"/>
              <a:t> es ideal cuando la </a:t>
            </a:r>
            <a:r>
              <a:rPr lang="en-US" dirty="0" err="1"/>
              <a:t>información</a:t>
            </a:r>
            <a:r>
              <a:rPr lang="en-US" dirty="0"/>
              <a:t> </a:t>
            </a:r>
            <a:r>
              <a:rPr lang="en-US" dirty="0" err="1"/>
              <a:t>tiene</a:t>
            </a:r>
            <a:r>
              <a:rPr lang="en-US" dirty="0"/>
              <a:t> un </a:t>
            </a:r>
            <a:r>
              <a:rPr lang="en-US" dirty="0" err="1"/>
              <a:t>nombre</a:t>
            </a:r>
            <a:r>
              <a:rPr lang="en-US" dirty="0"/>
              <a:t> </a:t>
            </a:r>
            <a:r>
              <a:rPr lang="en-US" dirty="0" err="1"/>
              <a:t>asociado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4EDC9A-AE69-4112-934B-48EF1FECAFD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7829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err="1"/>
              <a:t>Notas</a:t>
            </a:r>
            <a:r>
              <a:rPr lang="en-US" b="1" dirty="0"/>
              <a:t> del </a:t>
            </a:r>
            <a:r>
              <a:rPr lang="en-US" b="1" dirty="0" err="1"/>
              <a:t>docente</a:t>
            </a:r>
            <a:endParaRPr lang="en-US" b="1" dirty="0"/>
          </a:p>
          <a:p>
            <a:r>
              <a:rPr lang="en-US" b="1" dirty="0"/>
              <a:t>Tiempo </a:t>
            </a:r>
            <a:r>
              <a:rPr lang="en-US" b="1" dirty="0" err="1"/>
              <a:t>estimado</a:t>
            </a:r>
            <a:r>
              <a:rPr lang="en-US" b="1" dirty="0"/>
              <a:t>:</a:t>
            </a:r>
            <a:r>
              <a:rPr lang="en-US" dirty="0"/>
              <a:t> 10 </a:t>
            </a:r>
            <a:r>
              <a:rPr lang="en-US" dirty="0" err="1"/>
              <a:t>minutos</a:t>
            </a:r>
            <a:endParaRPr lang="en-US" dirty="0"/>
          </a:p>
          <a:p>
            <a:r>
              <a:rPr lang="en-US" dirty="0" err="1"/>
              <a:t>Empieza</a:t>
            </a:r>
            <a:r>
              <a:rPr lang="en-US" dirty="0"/>
              <a:t> con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pregunta</a:t>
            </a:r>
            <a:r>
              <a:rPr lang="en-US" dirty="0"/>
              <a:t>:</a:t>
            </a:r>
          </a:p>
          <a:p>
            <a:r>
              <a:rPr lang="en-US" i="1" dirty="0"/>
              <a:t>"Si las </a:t>
            </a:r>
            <a:r>
              <a:rPr lang="en-US" i="1" dirty="0" err="1"/>
              <a:t>listas</a:t>
            </a:r>
            <a:r>
              <a:rPr lang="en-US" i="1" dirty="0"/>
              <a:t> </a:t>
            </a:r>
            <a:r>
              <a:rPr lang="en-US" i="1" dirty="0" err="1"/>
              <a:t>ya</a:t>
            </a:r>
            <a:r>
              <a:rPr lang="en-US" i="1" dirty="0"/>
              <a:t> </a:t>
            </a:r>
            <a:r>
              <a:rPr lang="en-US" i="1" dirty="0" err="1"/>
              <a:t>permiten</a:t>
            </a:r>
            <a:r>
              <a:rPr lang="en-US" i="1" dirty="0"/>
              <a:t> </a:t>
            </a:r>
            <a:r>
              <a:rPr lang="en-US" i="1" dirty="0" err="1"/>
              <a:t>almacenar</a:t>
            </a:r>
            <a:r>
              <a:rPr lang="en-US" i="1" dirty="0"/>
              <a:t> </a:t>
            </a:r>
            <a:r>
              <a:rPr lang="en-US" i="1" dirty="0" err="1"/>
              <a:t>números</a:t>
            </a:r>
            <a:r>
              <a:rPr lang="en-US" i="1" dirty="0"/>
              <a:t>, ¿</a:t>
            </a:r>
            <a:r>
              <a:rPr lang="en-US" i="1" dirty="0" err="1"/>
              <a:t>por</a:t>
            </a:r>
            <a:r>
              <a:rPr lang="en-US" i="1" dirty="0"/>
              <a:t> </a:t>
            </a:r>
            <a:r>
              <a:rPr lang="en-US" i="1" dirty="0" err="1"/>
              <a:t>qué</a:t>
            </a:r>
            <a:r>
              <a:rPr lang="en-US" i="1" dirty="0"/>
              <a:t> </a:t>
            </a:r>
            <a:r>
              <a:rPr lang="en-US" i="1" dirty="0" err="1"/>
              <a:t>necesitamos</a:t>
            </a:r>
            <a:r>
              <a:rPr lang="en-US" i="1" dirty="0"/>
              <a:t> otra </a:t>
            </a:r>
            <a:r>
              <a:rPr lang="en-US" i="1" dirty="0" err="1"/>
              <a:t>estructura</a:t>
            </a:r>
            <a:r>
              <a:rPr lang="en-US" i="1" dirty="0"/>
              <a:t> </a:t>
            </a:r>
            <a:r>
              <a:rPr lang="en-US" i="1" dirty="0" err="1"/>
              <a:t>como</a:t>
            </a:r>
            <a:r>
              <a:rPr lang="en-US" i="1" dirty="0"/>
              <a:t> </a:t>
            </a:r>
            <a:r>
              <a:rPr lang="en-US" i="1" dirty="0" err="1"/>
              <a:t>los</a:t>
            </a:r>
            <a:r>
              <a:rPr lang="en-US" i="1" dirty="0"/>
              <a:t> </a:t>
            </a:r>
            <a:r>
              <a:rPr lang="en-US" i="1" dirty="0" err="1"/>
              <a:t>arreglos</a:t>
            </a:r>
            <a:r>
              <a:rPr lang="en-US" i="1" dirty="0"/>
              <a:t> de NumPy?"</a:t>
            </a:r>
            <a:endParaRPr lang="en-US" dirty="0"/>
          </a:p>
          <a:p>
            <a:r>
              <a:rPr lang="en-US" dirty="0"/>
              <a:t>Conduce la </a:t>
            </a:r>
            <a:r>
              <a:rPr lang="en-US" dirty="0" err="1"/>
              <a:t>discusión</a:t>
            </a:r>
            <a:r>
              <a:rPr lang="en-US" dirty="0"/>
              <a:t> </a:t>
            </a:r>
            <a:r>
              <a:rPr lang="en-US" dirty="0" err="1"/>
              <a:t>hacia</a:t>
            </a:r>
            <a:r>
              <a:rPr lang="en-US" dirty="0"/>
              <a:t> la </a:t>
            </a:r>
            <a:r>
              <a:rPr lang="en-US" dirty="0" err="1"/>
              <a:t>eficiencia</a:t>
            </a:r>
            <a:r>
              <a:rPr lang="en-US" dirty="0"/>
              <a:t>.</a:t>
            </a:r>
          </a:p>
          <a:p>
            <a:r>
              <a:rPr lang="en-US" dirty="0" err="1"/>
              <a:t>Explica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arreglos</a:t>
            </a:r>
            <a:r>
              <a:rPr lang="en-US" dirty="0"/>
              <a:t> de NumPy </a:t>
            </a:r>
            <a:r>
              <a:rPr lang="en-US" dirty="0" err="1"/>
              <a:t>almacenan</a:t>
            </a:r>
            <a:r>
              <a:rPr lang="en-US" dirty="0"/>
              <a:t> </a:t>
            </a:r>
            <a:r>
              <a:rPr lang="en-US" dirty="0" err="1"/>
              <a:t>datos</a:t>
            </a:r>
            <a:r>
              <a:rPr lang="en-US" dirty="0"/>
              <a:t> de un </a:t>
            </a:r>
            <a:r>
              <a:rPr lang="en-US" dirty="0" err="1"/>
              <a:t>mismo</a:t>
            </a:r>
            <a:r>
              <a:rPr lang="en-US" dirty="0"/>
              <a:t> </a:t>
            </a:r>
            <a:r>
              <a:rPr lang="en-US" dirty="0" err="1"/>
              <a:t>tipo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memoria de forma </a:t>
            </a:r>
            <a:r>
              <a:rPr lang="en-US" dirty="0" err="1"/>
              <a:t>contigua</a:t>
            </a:r>
            <a:r>
              <a:rPr lang="en-US" dirty="0"/>
              <a:t>, lo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permite</a:t>
            </a:r>
            <a:r>
              <a:rPr lang="en-US" dirty="0"/>
              <a:t> </a:t>
            </a:r>
            <a:r>
              <a:rPr lang="en-US" dirty="0" err="1"/>
              <a:t>ejecutar</a:t>
            </a:r>
            <a:r>
              <a:rPr lang="en-US" dirty="0"/>
              <a:t> </a:t>
            </a:r>
            <a:r>
              <a:rPr lang="en-US" dirty="0" err="1"/>
              <a:t>operaciones</a:t>
            </a:r>
            <a:r>
              <a:rPr lang="en-US" dirty="0"/>
              <a:t> </a:t>
            </a:r>
            <a:r>
              <a:rPr lang="en-US" dirty="0" err="1"/>
              <a:t>matemáticas</a:t>
            </a:r>
            <a:r>
              <a:rPr lang="en-US" dirty="0"/>
              <a:t> mucho </a:t>
            </a:r>
            <a:r>
              <a:rPr lang="en-US" dirty="0" err="1"/>
              <a:t>más</a:t>
            </a:r>
            <a:r>
              <a:rPr lang="en-US" dirty="0"/>
              <a:t> </a:t>
            </a:r>
            <a:r>
              <a:rPr lang="en-US" dirty="0" err="1"/>
              <a:t>rápido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con </a:t>
            </a:r>
            <a:r>
              <a:rPr lang="en-US" dirty="0" err="1"/>
              <a:t>listas</a:t>
            </a:r>
            <a:r>
              <a:rPr lang="en-US" dirty="0"/>
              <a:t> de Python.</a:t>
            </a:r>
          </a:p>
          <a:p>
            <a:r>
              <a:rPr lang="en-US" dirty="0" err="1"/>
              <a:t>Resalta</a:t>
            </a:r>
            <a:r>
              <a:rPr lang="en-US" dirty="0"/>
              <a:t> las </a:t>
            </a:r>
            <a:r>
              <a:rPr lang="en-US" dirty="0" err="1"/>
              <a:t>ventajas</a:t>
            </a:r>
            <a:r>
              <a:rPr lang="en-US" dirty="0"/>
              <a:t>:</a:t>
            </a:r>
          </a:p>
          <a:p>
            <a:r>
              <a:rPr lang="en-US" dirty="0"/>
              <a:t>Menor </a:t>
            </a:r>
            <a:r>
              <a:rPr lang="en-US" dirty="0" err="1"/>
              <a:t>consumo</a:t>
            </a:r>
            <a:r>
              <a:rPr lang="en-US" dirty="0"/>
              <a:t> de memoria. </a:t>
            </a:r>
          </a:p>
          <a:p>
            <a:r>
              <a:rPr lang="en-US" dirty="0"/>
              <a:t>Mayor </a:t>
            </a:r>
            <a:r>
              <a:rPr lang="en-US" dirty="0" err="1"/>
              <a:t>velocidad</a:t>
            </a:r>
            <a:r>
              <a:rPr lang="en-US" dirty="0"/>
              <a:t> de </a:t>
            </a:r>
            <a:r>
              <a:rPr lang="en-US" dirty="0" err="1"/>
              <a:t>ejecución</a:t>
            </a:r>
            <a:r>
              <a:rPr lang="en-US" dirty="0"/>
              <a:t>. </a:t>
            </a:r>
          </a:p>
          <a:p>
            <a:r>
              <a:rPr lang="en-US" dirty="0" err="1"/>
              <a:t>Operaciones</a:t>
            </a:r>
            <a:r>
              <a:rPr lang="en-US" dirty="0"/>
              <a:t> </a:t>
            </a:r>
            <a:r>
              <a:rPr lang="en-US" dirty="0" err="1"/>
              <a:t>matemáticas</a:t>
            </a:r>
            <a:r>
              <a:rPr lang="en-US" dirty="0"/>
              <a:t> </a:t>
            </a:r>
            <a:r>
              <a:rPr lang="en-US" dirty="0" err="1"/>
              <a:t>vectorizadas</a:t>
            </a:r>
            <a:r>
              <a:rPr lang="en-US" dirty="0"/>
              <a:t>. </a:t>
            </a:r>
          </a:p>
          <a:p>
            <a:r>
              <a:rPr lang="en-US" dirty="0" err="1"/>
              <a:t>Compatibilidad</a:t>
            </a:r>
            <a:r>
              <a:rPr lang="en-US" dirty="0"/>
              <a:t> con la </a:t>
            </a:r>
            <a:r>
              <a:rPr lang="en-US" dirty="0" err="1"/>
              <a:t>mayoría</a:t>
            </a:r>
            <a:r>
              <a:rPr lang="en-US" dirty="0"/>
              <a:t> de las </a:t>
            </a:r>
            <a:r>
              <a:rPr lang="en-US" dirty="0" err="1"/>
              <a:t>librerías</a:t>
            </a:r>
            <a:r>
              <a:rPr lang="en-US" dirty="0"/>
              <a:t> </a:t>
            </a:r>
            <a:r>
              <a:rPr lang="en-US" dirty="0" err="1"/>
              <a:t>científicas</a:t>
            </a:r>
            <a:r>
              <a:rPr lang="en-US" dirty="0"/>
              <a:t>. </a:t>
            </a:r>
          </a:p>
          <a:p>
            <a:r>
              <a:rPr lang="en-US" dirty="0" err="1"/>
              <a:t>Comenta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b="1" dirty="0"/>
              <a:t>NumPy es la base </a:t>
            </a:r>
            <a:r>
              <a:rPr lang="en-US" b="1" dirty="0" err="1"/>
              <a:t>sobre</a:t>
            </a:r>
            <a:r>
              <a:rPr lang="en-US" b="1" dirty="0"/>
              <a:t> la </a:t>
            </a:r>
            <a:r>
              <a:rPr lang="en-US" b="1" dirty="0" err="1"/>
              <a:t>cual</a:t>
            </a:r>
            <a:r>
              <a:rPr lang="en-US" b="1" dirty="0"/>
              <a:t> se </a:t>
            </a:r>
            <a:r>
              <a:rPr lang="en-US" b="1" dirty="0" err="1"/>
              <a:t>construyen</a:t>
            </a:r>
            <a:r>
              <a:rPr lang="en-US" b="1" dirty="0"/>
              <a:t> </a:t>
            </a:r>
            <a:r>
              <a:rPr lang="en-US" b="1" dirty="0" err="1"/>
              <a:t>muchas</a:t>
            </a:r>
            <a:r>
              <a:rPr lang="en-US" b="1" dirty="0"/>
              <a:t> </a:t>
            </a:r>
            <a:r>
              <a:rPr lang="en-US" b="1" dirty="0" err="1"/>
              <a:t>otras</a:t>
            </a:r>
            <a:r>
              <a:rPr lang="en-US" b="1" dirty="0"/>
              <a:t> </a:t>
            </a:r>
            <a:r>
              <a:rPr lang="en-US" b="1" dirty="0" err="1"/>
              <a:t>librerías</a:t>
            </a:r>
            <a:r>
              <a:rPr lang="en-US" dirty="0"/>
              <a:t>, </a:t>
            </a:r>
            <a:r>
              <a:rPr lang="en-US" dirty="0" err="1"/>
              <a:t>como</a:t>
            </a:r>
            <a:r>
              <a:rPr lang="en-US" dirty="0"/>
              <a:t> Pandas, SciPy o scikit-learn.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4EDC9A-AE69-4112-934B-48EF1FECAFD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4822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CBB35-E876-EA9C-A627-658C5D829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B5D9CB-CA2D-4B36-99D7-6FDA8208AA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52F9ED-27B9-1955-D400-AA2F8AFC26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err="1"/>
              <a:t>Notas</a:t>
            </a:r>
            <a:r>
              <a:rPr lang="en-US" b="1" dirty="0"/>
              <a:t> del </a:t>
            </a:r>
            <a:r>
              <a:rPr lang="en-US" b="1" dirty="0" err="1"/>
              <a:t>docente</a:t>
            </a:r>
            <a:endParaRPr lang="en-US" b="1" dirty="0"/>
          </a:p>
          <a:p>
            <a:r>
              <a:rPr lang="en-US" b="1" dirty="0"/>
              <a:t>Tiempo </a:t>
            </a:r>
            <a:r>
              <a:rPr lang="en-US" b="1" dirty="0" err="1"/>
              <a:t>estimado</a:t>
            </a:r>
            <a:r>
              <a:rPr lang="en-US" b="1" dirty="0"/>
              <a:t>:</a:t>
            </a:r>
            <a:r>
              <a:rPr lang="en-US" dirty="0"/>
              <a:t> 8 </a:t>
            </a:r>
            <a:r>
              <a:rPr lang="en-US" dirty="0" err="1"/>
              <a:t>minutos</a:t>
            </a:r>
            <a:endParaRPr lang="en-US" dirty="0"/>
          </a:p>
          <a:p>
            <a:r>
              <a:rPr lang="en-US" dirty="0" err="1"/>
              <a:t>Explica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de las </a:t>
            </a:r>
            <a:r>
              <a:rPr lang="en-US" dirty="0" err="1"/>
              <a:t>diferencias</a:t>
            </a:r>
            <a:r>
              <a:rPr lang="en-US" dirty="0"/>
              <a:t> </a:t>
            </a:r>
            <a:r>
              <a:rPr lang="en-US" dirty="0" err="1"/>
              <a:t>más</a:t>
            </a:r>
            <a:r>
              <a:rPr lang="en-US" dirty="0"/>
              <a:t> </a:t>
            </a:r>
            <a:r>
              <a:rPr lang="en-US" dirty="0" err="1"/>
              <a:t>importantes</a:t>
            </a:r>
            <a:r>
              <a:rPr lang="en-US" dirty="0"/>
              <a:t> entre un </a:t>
            </a:r>
            <a:r>
              <a:rPr lang="en-US" dirty="0" err="1"/>
              <a:t>programador</a:t>
            </a:r>
            <a:r>
              <a:rPr lang="en-US" dirty="0"/>
              <a:t> </a:t>
            </a:r>
            <a:r>
              <a:rPr lang="en-US" dirty="0" err="1"/>
              <a:t>principiante</a:t>
            </a:r>
            <a:r>
              <a:rPr lang="en-US" dirty="0"/>
              <a:t> y uno con </a:t>
            </a:r>
            <a:r>
              <a:rPr lang="en-US" dirty="0" err="1"/>
              <a:t>experiencia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computación</a:t>
            </a:r>
            <a:r>
              <a:rPr lang="en-US" dirty="0"/>
              <a:t> </a:t>
            </a:r>
            <a:r>
              <a:rPr lang="en-US" dirty="0" err="1"/>
              <a:t>científica</a:t>
            </a:r>
            <a:r>
              <a:rPr lang="en-US" dirty="0"/>
              <a:t> es la forma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procesa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datos</a:t>
            </a:r>
            <a:r>
              <a:rPr lang="en-US" dirty="0"/>
              <a:t>.</a:t>
            </a:r>
          </a:p>
          <a:p>
            <a:r>
              <a:rPr lang="en-US" dirty="0"/>
              <a:t>Los </a:t>
            </a:r>
            <a:r>
              <a:rPr lang="en-US" dirty="0" err="1"/>
              <a:t>principiantes</a:t>
            </a:r>
            <a:r>
              <a:rPr lang="en-US" dirty="0"/>
              <a:t> </a:t>
            </a:r>
            <a:r>
              <a:rPr lang="en-US" dirty="0" err="1"/>
              <a:t>suelen</a:t>
            </a:r>
            <a:r>
              <a:rPr lang="en-US" dirty="0"/>
              <a:t> </a:t>
            </a:r>
            <a:r>
              <a:rPr lang="en-US" dirty="0" err="1"/>
              <a:t>pensar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términos</a:t>
            </a:r>
            <a:r>
              <a:rPr lang="en-US" dirty="0"/>
              <a:t> de </a:t>
            </a:r>
            <a:r>
              <a:rPr lang="en-US" dirty="0" err="1"/>
              <a:t>elemento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elemento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in ...</a:t>
            </a:r>
          </a:p>
          <a:p>
            <a:r>
              <a:rPr lang="en-US" dirty="0" err="1"/>
              <a:t>Mientras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la </a:t>
            </a:r>
            <a:r>
              <a:rPr lang="en-US" dirty="0" err="1"/>
              <a:t>filosofía</a:t>
            </a:r>
            <a:r>
              <a:rPr lang="en-US" dirty="0"/>
              <a:t> de NumPy </a:t>
            </a:r>
            <a:r>
              <a:rPr lang="en-US" dirty="0" err="1"/>
              <a:t>consiste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pensar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términos</a:t>
            </a:r>
            <a:r>
              <a:rPr lang="en-US" dirty="0"/>
              <a:t> de </a:t>
            </a:r>
            <a:r>
              <a:rPr lang="en-US" b="1" dirty="0" err="1"/>
              <a:t>operaciones</a:t>
            </a:r>
            <a:r>
              <a:rPr lang="en-US" b="1" dirty="0"/>
              <a:t> </a:t>
            </a:r>
            <a:r>
              <a:rPr lang="en-US" b="1" dirty="0" err="1"/>
              <a:t>sobre</a:t>
            </a:r>
            <a:r>
              <a:rPr lang="en-US" b="1" dirty="0"/>
              <a:t> </a:t>
            </a:r>
            <a:r>
              <a:rPr lang="en-US" b="1" dirty="0" err="1"/>
              <a:t>arreglos</a:t>
            </a:r>
            <a:r>
              <a:rPr lang="en-US" b="1" dirty="0"/>
              <a:t> </a:t>
            </a:r>
            <a:r>
              <a:rPr lang="en-US" b="1" dirty="0" err="1"/>
              <a:t>completos</a:t>
            </a:r>
            <a:r>
              <a:rPr lang="en-US" dirty="0"/>
              <a:t>.</a:t>
            </a:r>
          </a:p>
          <a:p>
            <a:r>
              <a:rPr lang="en-US" dirty="0" err="1"/>
              <a:t>Menciona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, </a:t>
            </a:r>
            <a:r>
              <a:rPr lang="en-US" dirty="0" err="1"/>
              <a:t>aunque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ciclos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</a:t>
            </a:r>
            <a:r>
              <a:rPr lang="en-US" dirty="0"/>
              <a:t> no </a:t>
            </a:r>
            <a:r>
              <a:rPr lang="en-US" dirty="0" err="1"/>
              <a:t>están</a:t>
            </a:r>
            <a:r>
              <a:rPr lang="en-US" dirty="0"/>
              <a:t> </a:t>
            </a:r>
            <a:r>
              <a:rPr lang="en-US" dirty="0" err="1"/>
              <a:t>prohibidos</a:t>
            </a:r>
            <a:r>
              <a:rPr lang="en-US" dirty="0"/>
              <a:t>, </a:t>
            </a:r>
            <a:r>
              <a:rPr lang="en-US" dirty="0" err="1"/>
              <a:t>siempre</a:t>
            </a:r>
            <a:r>
              <a:rPr lang="en-US" dirty="0"/>
              <a:t> </a:t>
            </a:r>
            <a:r>
              <a:rPr lang="en-US" dirty="0" err="1"/>
              <a:t>debemos</a:t>
            </a:r>
            <a:r>
              <a:rPr lang="en-US" dirty="0"/>
              <a:t> </a:t>
            </a:r>
            <a:r>
              <a:rPr lang="en-US" dirty="0" err="1"/>
              <a:t>preguntarnos</a:t>
            </a:r>
            <a:r>
              <a:rPr lang="en-US" dirty="0"/>
              <a:t>:</a:t>
            </a:r>
          </a:p>
          <a:p>
            <a:r>
              <a:rPr lang="en-US" i="1" dirty="0"/>
              <a:t>"¿</a:t>
            </a:r>
            <a:r>
              <a:rPr lang="en-US" i="1" dirty="0" err="1"/>
              <a:t>Existe</a:t>
            </a:r>
            <a:r>
              <a:rPr lang="en-US" i="1" dirty="0"/>
              <a:t> </a:t>
            </a:r>
            <a:r>
              <a:rPr lang="en-US" i="1" dirty="0" err="1"/>
              <a:t>una</a:t>
            </a:r>
            <a:r>
              <a:rPr lang="en-US" i="1" dirty="0"/>
              <a:t> </a:t>
            </a:r>
            <a:r>
              <a:rPr lang="en-US" i="1" dirty="0" err="1"/>
              <a:t>operación</a:t>
            </a:r>
            <a:r>
              <a:rPr lang="en-US" i="1" dirty="0"/>
              <a:t> </a:t>
            </a:r>
            <a:r>
              <a:rPr lang="en-US" i="1" dirty="0" err="1"/>
              <a:t>vectorizada</a:t>
            </a:r>
            <a:r>
              <a:rPr lang="en-US" i="1" dirty="0"/>
              <a:t> </a:t>
            </a:r>
            <a:r>
              <a:rPr lang="en-US" i="1" dirty="0" err="1"/>
              <a:t>que</a:t>
            </a:r>
            <a:r>
              <a:rPr lang="en-US" i="1" dirty="0"/>
              <a:t> </a:t>
            </a:r>
            <a:r>
              <a:rPr lang="en-US" i="1" dirty="0" err="1"/>
              <a:t>haga</a:t>
            </a:r>
            <a:r>
              <a:rPr lang="en-US" i="1" dirty="0"/>
              <a:t> </a:t>
            </a:r>
            <a:r>
              <a:rPr lang="en-US" i="1" dirty="0" err="1"/>
              <a:t>este</a:t>
            </a:r>
            <a:r>
              <a:rPr lang="en-US" i="1" dirty="0"/>
              <a:t> trabajo de forma </a:t>
            </a:r>
            <a:r>
              <a:rPr lang="en-US" i="1" dirty="0" err="1"/>
              <a:t>más</a:t>
            </a:r>
            <a:r>
              <a:rPr lang="en-US" i="1" dirty="0"/>
              <a:t> </a:t>
            </a:r>
            <a:r>
              <a:rPr lang="en-US" i="1" dirty="0" err="1"/>
              <a:t>eficiente</a:t>
            </a:r>
            <a:r>
              <a:rPr lang="en-US" i="1" dirty="0"/>
              <a:t>?"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6E4ADB-BBCA-DE8E-8C44-1C9DAC7E47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4EDC9A-AE69-4112-934B-48EF1FECAFD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5287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err="1"/>
              <a:t>Notas</a:t>
            </a:r>
            <a:r>
              <a:rPr lang="en-US" b="1" dirty="0"/>
              <a:t> del </a:t>
            </a:r>
            <a:r>
              <a:rPr lang="en-US" b="1" dirty="0" err="1"/>
              <a:t>docente</a:t>
            </a:r>
            <a:endParaRPr lang="en-US" b="1" dirty="0"/>
          </a:p>
          <a:p>
            <a:r>
              <a:rPr lang="en-US" b="1" dirty="0"/>
              <a:t>Tiempo </a:t>
            </a:r>
            <a:r>
              <a:rPr lang="en-US" b="1" dirty="0" err="1"/>
              <a:t>estimado</a:t>
            </a:r>
            <a:r>
              <a:rPr lang="en-US" b="1" dirty="0"/>
              <a:t>:</a:t>
            </a:r>
            <a:r>
              <a:rPr lang="en-US" dirty="0"/>
              <a:t> 10 </a:t>
            </a:r>
            <a:r>
              <a:rPr lang="en-US" dirty="0" err="1"/>
              <a:t>minutos</a:t>
            </a:r>
            <a:endParaRPr lang="en-US" dirty="0"/>
          </a:p>
          <a:p>
            <a:r>
              <a:rPr lang="en-US" dirty="0" err="1"/>
              <a:t>Comienza</a:t>
            </a:r>
            <a:r>
              <a:rPr lang="en-US" dirty="0"/>
              <a:t> </a:t>
            </a:r>
            <a:r>
              <a:rPr lang="en-US" dirty="0" err="1"/>
              <a:t>preguntando</a:t>
            </a:r>
            <a:r>
              <a:rPr lang="en-US" dirty="0"/>
              <a:t>:</a:t>
            </a:r>
          </a:p>
          <a:p>
            <a:r>
              <a:rPr lang="en-US" i="1" dirty="0"/>
              <a:t>"¿</a:t>
            </a:r>
            <a:r>
              <a:rPr lang="en-US" i="1" dirty="0" err="1"/>
              <a:t>Qué</a:t>
            </a:r>
            <a:r>
              <a:rPr lang="en-US" i="1" dirty="0"/>
              <a:t> </a:t>
            </a:r>
            <a:r>
              <a:rPr lang="en-US" i="1" dirty="0" err="1"/>
              <a:t>ocurre</a:t>
            </a:r>
            <a:r>
              <a:rPr lang="en-US" i="1" dirty="0"/>
              <a:t> cuando un </a:t>
            </a:r>
            <a:r>
              <a:rPr lang="en-US" i="1" dirty="0" err="1"/>
              <a:t>experimento</a:t>
            </a:r>
            <a:r>
              <a:rPr lang="en-US" i="1" dirty="0"/>
              <a:t> produce miles de </a:t>
            </a:r>
            <a:r>
              <a:rPr lang="en-US" i="1" dirty="0" err="1"/>
              <a:t>mediciones</a:t>
            </a:r>
            <a:r>
              <a:rPr lang="en-US" i="1" dirty="0"/>
              <a:t>?"</a:t>
            </a:r>
            <a:endParaRPr lang="en-US" dirty="0"/>
          </a:p>
          <a:p>
            <a:r>
              <a:rPr lang="en-US" dirty="0" err="1"/>
              <a:t>Explica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almacenar</a:t>
            </a:r>
            <a:r>
              <a:rPr lang="en-US" dirty="0"/>
              <a:t> </a:t>
            </a:r>
            <a:r>
              <a:rPr lang="en-US" dirty="0" err="1"/>
              <a:t>esa</a:t>
            </a:r>
            <a:r>
              <a:rPr lang="en-US" dirty="0"/>
              <a:t> </a:t>
            </a:r>
            <a:r>
              <a:rPr lang="en-US" dirty="0" err="1"/>
              <a:t>información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listas</a:t>
            </a:r>
            <a:r>
              <a:rPr lang="en-US" dirty="0"/>
              <a:t> o </a:t>
            </a:r>
            <a:r>
              <a:rPr lang="en-US" dirty="0" err="1"/>
              <a:t>arreglos</a:t>
            </a:r>
            <a:r>
              <a:rPr lang="en-US" dirty="0"/>
              <a:t> </a:t>
            </a:r>
            <a:r>
              <a:rPr lang="en-US" dirty="0" err="1"/>
              <a:t>resulta</a:t>
            </a:r>
            <a:r>
              <a:rPr lang="en-US" dirty="0"/>
              <a:t> poco </a:t>
            </a:r>
            <a:r>
              <a:rPr lang="en-US" dirty="0" err="1"/>
              <a:t>práctico</a:t>
            </a:r>
            <a:r>
              <a:rPr lang="en-US" dirty="0"/>
              <a:t> cuando </a:t>
            </a:r>
            <a:r>
              <a:rPr lang="en-US" dirty="0" err="1"/>
              <a:t>necesitamos</a:t>
            </a:r>
            <a:r>
              <a:rPr lang="en-US" dirty="0"/>
              <a:t> </a:t>
            </a:r>
            <a:r>
              <a:rPr lang="en-US" dirty="0" err="1"/>
              <a:t>trabajar</a:t>
            </a:r>
            <a:r>
              <a:rPr lang="en-US" dirty="0"/>
              <a:t> con variables </a:t>
            </a:r>
            <a:r>
              <a:rPr lang="en-US" dirty="0" err="1"/>
              <a:t>nombradas</a:t>
            </a:r>
            <a:r>
              <a:rPr lang="en-US" dirty="0"/>
              <a:t>, </a:t>
            </a:r>
            <a:r>
              <a:rPr lang="en-US" dirty="0" err="1"/>
              <a:t>realizar</a:t>
            </a:r>
            <a:r>
              <a:rPr lang="en-US" dirty="0"/>
              <a:t> </a:t>
            </a:r>
            <a:r>
              <a:rPr lang="en-US" dirty="0" err="1"/>
              <a:t>filtros</a:t>
            </a:r>
            <a:r>
              <a:rPr lang="en-US" dirty="0"/>
              <a:t> o </a:t>
            </a:r>
            <a:r>
              <a:rPr lang="en-US" dirty="0" err="1"/>
              <a:t>calcular</a:t>
            </a:r>
            <a:r>
              <a:rPr lang="en-US" dirty="0"/>
              <a:t> </a:t>
            </a:r>
            <a:r>
              <a:rPr lang="en-US" dirty="0" err="1"/>
              <a:t>estadísticas</a:t>
            </a:r>
            <a:r>
              <a:rPr lang="en-US" dirty="0"/>
              <a:t>.</a:t>
            </a:r>
          </a:p>
          <a:p>
            <a:r>
              <a:rPr lang="en-US" dirty="0"/>
              <a:t>Introduce el </a:t>
            </a:r>
            <a:r>
              <a:rPr lang="en-US" dirty="0" err="1"/>
              <a:t>concepto</a:t>
            </a:r>
            <a:r>
              <a:rPr lang="en-US" dirty="0"/>
              <a:t> de </a:t>
            </a:r>
            <a:r>
              <a:rPr lang="en-US" b="1" dirty="0" err="1"/>
              <a:t>DataFrame</a:t>
            </a:r>
            <a:r>
              <a:rPr lang="en-US" dirty="0"/>
              <a:t> </a:t>
            </a:r>
            <a:r>
              <a:rPr lang="en-US" dirty="0" err="1"/>
              <a:t>como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tabla</a:t>
            </a:r>
            <a:r>
              <a:rPr lang="en-US" dirty="0"/>
              <a:t> </a:t>
            </a:r>
            <a:r>
              <a:rPr lang="en-US" dirty="0" err="1"/>
              <a:t>donde</a:t>
            </a:r>
            <a:r>
              <a:rPr lang="en-US" dirty="0"/>
              <a:t> </a:t>
            </a:r>
            <a:r>
              <a:rPr lang="en-US" dirty="0" err="1"/>
              <a:t>cada</a:t>
            </a:r>
            <a:r>
              <a:rPr lang="en-US" dirty="0"/>
              <a:t> columna </a:t>
            </a:r>
            <a:r>
              <a:rPr lang="en-US" dirty="0" err="1"/>
              <a:t>representa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variable y </a:t>
            </a:r>
            <a:r>
              <a:rPr lang="en-US" dirty="0" err="1"/>
              <a:t>cada</a:t>
            </a:r>
            <a:r>
              <a:rPr lang="en-US" dirty="0"/>
              <a:t> fila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observación</a:t>
            </a:r>
            <a:r>
              <a:rPr lang="en-US" dirty="0"/>
              <a:t>.</a:t>
            </a:r>
          </a:p>
          <a:p>
            <a:r>
              <a:rPr lang="en-US" dirty="0" err="1"/>
              <a:t>Resalta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Pandas </a:t>
            </a:r>
            <a:r>
              <a:rPr lang="en-US" dirty="0" err="1"/>
              <a:t>permite</a:t>
            </a:r>
            <a:r>
              <a:rPr lang="en-US" dirty="0"/>
              <a:t>:</a:t>
            </a:r>
          </a:p>
          <a:p>
            <a:r>
              <a:rPr lang="en-US" dirty="0"/>
              <a:t>Leer </a:t>
            </a:r>
            <a:r>
              <a:rPr lang="en-US" dirty="0" err="1"/>
              <a:t>datos</a:t>
            </a:r>
            <a:r>
              <a:rPr lang="en-US" dirty="0"/>
              <a:t> </a:t>
            </a:r>
            <a:r>
              <a:rPr lang="en-US" dirty="0" err="1"/>
              <a:t>desde</a:t>
            </a:r>
            <a:r>
              <a:rPr lang="en-US" dirty="0"/>
              <a:t> </a:t>
            </a:r>
            <a:r>
              <a:rPr lang="en-US" dirty="0" err="1"/>
              <a:t>archivos</a:t>
            </a:r>
            <a:r>
              <a:rPr lang="en-US" dirty="0"/>
              <a:t> CSV o Excel. </a:t>
            </a:r>
          </a:p>
          <a:p>
            <a:r>
              <a:rPr lang="en-US" dirty="0" err="1"/>
              <a:t>Limpiar</a:t>
            </a:r>
            <a:r>
              <a:rPr lang="en-US" dirty="0"/>
              <a:t> </a:t>
            </a:r>
            <a:r>
              <a:rPr lang="en-US" dirty="0" err="1"/>
              <a:t>datos</a:t>
            </a:r>
            <a:r>
              <a:rPr lang="en-US" dirty="0"/>
              <a:t>. </a:t>
            </a:r>
          </a:p>
          <a:p>
            <a:r>
              <a:rPr lang="en-US" dirty="0" err="1"/>
              <a:t>Filtrar</a:t>
            </a:r>
            <a:r>
              <a:rPr lang="en-US" dirty="0"/>
              <a:t> </a:t>
            </a:r>
            <a:r>
              <a:rPr lang="en-US" dirty="0" err="1"/>
              <a:t>observaciones</a:t>
            </a:r>
            <a:r>
              <a:rPr lang="en-US" dirty="0"/>
              <a:t>. </a:t>
            </a:r>
          </a:p>
          <a:p>
            <a:r>
              <a:rPr lang="en-US" dirty="0" err="1"/>
              <a:t>Calcular</a:t>
            </a:r>
            <a:r>
              <a:rPr lang="en-US" dirty="0"/>
              <a:t> </a:t>
            </a:r>
            <a:r>
              <a:rPr lang="en-US" dirty="0" err="1"/>
              <a:t>estadísticas</a:t>
            </a:r>
            <a:r>
              <a:rPr lang="en-US" dirty="0"/>
              <a:t> </a:t>
            </a:r>
            <a:r>
              <a:rPr lang="en-US" dirty="0" err="1"/>
              <a:t>descriptivas</a:t>
            </a:r>
            <a:r>
              <a:rPr lang="en-US" dirty="0"/>
              <a:t>. </a:t>
            </a:r>
          </a:p>
          <a:p>
            <a:r>
              <a:rPr lang="en-US" dirty="0" err="1"/>
              <a:t>Preparar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datos</a:t>
            </a:r>
            <a:r>
              <a:rPr lang="en-US" dirty="0"/>
              <a:t> para </a:t>
            </a:r>
            <a:r>
              <a:rPr lang="en-US" dirty="0" err="1"/>
              <a:t>su</a:t>
            </a:r>
            <a:r>
              <a:rPr lang="en-US" dirty="0"/>
              <a:t> posterior </a:t>
            </a:r>
            <a:r>
              <a:rPr lang="en-US" dirty="0" err="1"/>
              <a:t>análisis</a:t>
            </a:r>
            <a:r>
              <a:rPr lang="en-US" dirty="0"/>
              <a:t> o </a:t>
            </a:r>
            <a:r>
              <a:rPr lang="en-US" dirty="0" err="1"/>
              <a:t>visualización</a:t>
            </a:r>
            <a:r>
              <a:rPr lang="en-US" dirty="0"/>
              <a:t>. </a:t>
            </a:r>
          </a:p>
          <a:p>
            <a:r>
              <a:rPr lang="en-US" dirty="0" err="1"/>
              <a:t>Explica</a:t>
            </a:r>
            <a:r>
              <a:rPr lang="en-US" dirty="0"/>
              <a:t> </a:t>
            </a:r>
            <a:r>
              <a:rPr lang="en-US" dirty="0" err="1"/>
              <a:t>brevemente</a:t>
            </a:r>
            <a:r>
              <a:rPr lang="en-US" dirty="0"/>
              <a:t> las </a:t>
            </a:r>
            <a:r>
              <a:rPr lang="en-US" dirty="0" err="1"/>
              <a:t>funciones</a:t>
            </a:r>
            <a:r>
              <a:rPr lang="en-US" dirty="0"/>
              <a:t> </a:t>
            </a:r>
            <a:r>
              <a:rPr lang="en-US" dirty="0" err="1"/>
              <a:t>mostradas</a:t>
            </a:r>
            <a:r>
              <a:rPr lang="en-US" dirty="0"/>
              <a:t>: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head()</a:t>
            </a:r>
            <a:r>
              <a:rPr lang="en-US" dirty="0"/>
              <a:t>: </a:t>
            </a:r>
            <a:r>
              <a:rPr lang="en-US" dirty="0" err="1"/>
              <a:t>visualizar</a:t>
            </a:r>
            <a:r>
              <a:rPr lang="en-US" dirty="0"/>
              <a:t> las </a:t>
            </a:r>
            <a:r>
              <a:rPr lang="en-US" dirty="0" err="1"/>
              <a:t>primeras</a:t>
            </a:r>
            <a:r>
              <a:rPr lang="en-US" dirty="0"/>
              <a:t> </a:t>
            </a:r>
            <a:r>
              <a:rPr lang="en-US" dirty="0" err="1"/>
              <a:t>filas</a:t>
            </a:r>
            <a:r>
              <a:rPr lang="en-US" dirty="0"/>
              <a:t>. 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describe()</a:t>
            </a:r>
            <a:r>
              <a:rPr lang="en-US" dirty="0"/>
              <a:t>: </a:t>
            </a:r>
            <a:r>
              <a:rPr lang="en-US" dirty="0" err="1"/>
              <a:t>resumen</a:t>
            </a:r>
            <a:r>
              <a:rPr lang="en-US" dirty="0"/>
              <a:t> </a:t>
            </a:r>
            <a:r>
              <a:rPr lang="en-US" dirty="0" err="1"/>
              <a:t>estadístico</a:t>
            </a:r>
            <a:r>
              <a:rPr lang="en-US" dirty="0"/>
              <a:t>. 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info()</a:t>
            </a:r>
            <a:r>
              <a:rPr lang="en-US" dirty="0"/>
              <a:t>: </a:t>
            </a:r>
            <a:r>
              <a:rPr lang="en-US" dirty="0" err="1"/>
              <a:t>información</a:t>
            </a:r>
            <a:r>
              <a:rPr lang="en-US" dirty="0"/>
              <a:t> </a:t>
            </a:r>
            <a:r>
              <a:rPr lang="en-US" dirty="0" err="1"/>
              <a:t>sobre</a:t>
            </a:r>
            <a:r>
              <a:rPr lang="en-US" dirty="0"/>
              <a:t> el conjunto de </a:t>
            </a:r>
            <a:r>
              <a:rPr lang="en-US" dirty="0" err="1"/>
              <a:t>datos</a:t>
            </a:r>
            <a:r>
              <a:rPr lang="en-US" dirty="0"/>
              <a:t>. </a:t>
            </a:r>
          </a:p>
          <a:p>
            <a:r>
              <a:rPr lang="en-US" dirty="0" err="1"/>
              <a:t>Selección</a:t>
            </a:r>
            <a:r>
              <a:rPr lang="en-US" dirty="0"/>
              <a:t> de columnas. </a:t>
            </a:r>
          </a:p>
          <a:p>
            <a:r>
              <a:rPr lang="en-US" dirty="0" err="1"/>
              <a:t>Filtrado</a:t>
            </a:r>
            <a:r>
              <a:rPr lang="en-US" dirty="0"/>
              <a:t> </a:t>
            </a:r>
            <a:r>
              <a:rPr lang="en-US" dirty="0" err="1"/>
              <a:t>mediante</a:t>
            </a:r>
            <a:r>
              <a:rPr lang="en-US" dirty="0"/>
              <a:t> </a:t>
            </a:r>
            <a:r>
              <a:rPr lang="en-US" dirty="0" err="1"/>
              <a:t>condiciones</a:t>
            </a:r>
            <a:r>
              <a:rPr lang="en-US" dirty="0"/>
              <a:t>. 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 err="1"/>
              <a:t>Preguntas</a:t>
            </a:r>
            <a:r>
              <a:rPr lang="en-US" b="1" dirty="0"/>
              <a:t> para </a:t>
            </a:r>
            <a:r>
              <a:rPr lang="en-US" b="1" dirty="0" err="1"/>
              <a:t>los</a:t>
            </a:r>
            <a:r>
              <a:rPr lang="en-US" b="1" dirty="0"/>
              <a:t> </a:t>
            </a:r>
            <a:r>
              <a:rPr lang="en-US" b="1" dirty="0" err="1"/>
              <a:t>estudiantes</a:t>
            </a:r>
            <a:endParaRPr lang="en-US" b="1" dirty="0"/>
          </a:p>
          <a:p>
            <a:r>
              <a:rPr lang="en-US" dirty="0"/>
              <a:t>¿</a:t>
            </a:r>
            <a:r>
              <a:rPr lang="en-US" dirty="0" err="1"/>
              <a:t>Qué</a:t>
            </a:r>
            <a:r>
              <a:rPr lang="en-US" dirty="0"/>
              <a:t> </a:t>
            </a:r>
            <a:r>
              <a:rPr lang="en-US" dirty="0" err="1"/>
              <a:t>ventajas</a:t>
            </a:r>
            <a:r>
              <a:rPr lang="en-US" dirty="0"/>
              <a:t> </a:t>
            </a:r>
            <a:r>
              <a:rPr lang="en-US" dirty="0" err="1"/>
              <a:t>ofrece</a:t>
            </a:r>
            <a:r>
              <a:rPr lang="en-US" dirty="0"/>
              <a:t> un </a:t>
            </a:r>
            <a:r>
              <a:rPr lang="en-US" dirty="0" err="1"/>
              <a:t>DataFrame</a:t>
            </a:r>
            <a:r>
              <a:rPr lang="en-US" dirty="0"/>
              <a:t> </a:t>
            </a:r>
            <a:r>
              <a:rPr lang="en-US" dirty="0" err="1"/>
              <a:t>frente</a:t>
            </a:r>
            <a:r>
              <a:rPr lang="en-US" dirty="0"/>
              <a:t> a un </a:t>
            </a:r>
            <a:r>
              <a:rPr lang="en-US" dirty="0" err="1"/>
              <a:t>arreglo</a:t>
            </a:r>
            <a:r>
              <a:rPr lang="en-US" dirty="0"/>
              <a:t> de NumPy? </a:t>
            </a:r>
          </a:p>
          <a:p>
            <a:r>
              <a:rPr lang="en-US" dirty="0"/>
              <a:t>¿En </a:t>
            </a:r>
            <a:r>
              <a:rPr lang="en-US" dirty="0" err="1"/>
              <a:t>qué</a:t>
            </a:r>
            <a:r>
              <a:rPr lang="en-US" dirty="0"/>
              <a:t> </a:t>
            </a:r>
            <a:r>
              <a:rPr lang="en-US" dirty="0" err="1"/>
              <a:t>tipo</a:t>
            </a:r>
            <a:r>
              <a:rPr lang="en-US" dirty="0"/>
              <a:t> de </a:t>
            </a:r>
            <a:r>
              <a:rPr lang="en-US" dirty="0" err="1"/>
              <a:t>experimentos</a:t>
            </a:r>
            <a:r>
              <a:rPr lang="en-US" dirty="0"/>
              <a:t> </a:t>
            </a:r>
            <a:r>
              <a:rPr lang="en-US" dirty="0" err="1"/>
              <a:t>físicos</a:t>
            </a:r>
            <a:r>
              <a:rPr lang="en-US" dirty="0"/>
              <a:t> </a:t>
            </a:r>
            <a:r>
              <a:rPr lang="en-US" dirty="0" err="1"/>
              <a:t>utilizarían</a:t>
            </a:r>
            <a:r>
              <a:rPr lang="en-US" dirty="0"/>
              <a:t> Pandas? </a:t>
            </a:r>
          </a:p>
          <a:p>
            <a:r>
              <a:rPr lang="en-US" dirty="0"/>
              <a:t>¿</a:t>
            </a:r>
            <a:r>
              <a:rPr lang="en-US" dirty="0" err="1"/>
              <a:t>Qué</a:t>
            </a:r>
            <a:r>
              <a:rPr lang="en-US" dirty="0"/>
              <a:t> </a:t>
            </a:r>
            <a:r>
              <a:rPr lang="en-US" dirty="0" err="1"/>
              <a:t>información</a:t>
            </a:r>
            <a:r>
              <a:rPr lang="en-US" dirty="0"/>
              <a:t> </a:t>
            </a:r>
            <a:r>
              <a:rPr lang="en-US" dirty="0" err="1"/>
              <a:t>proporciona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describe()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resulta</a:t>
            </a:r>
            <a:r>
              <a:rPr lang="en-US" dirty="0"/>
              <a:t> </a:t>
            </a:r>
            <a:r>
              <a:rPr lang="en-US" dirty="0" err="1"/>
              <a:t>útil</a:t>
            </a:r>
            <a:r>
              <a:rPr lang="en-US" dirty="0"/>
              <a:t> antes de </a:t>
            </a:r>
            <a:r>
              <a:rPr lang="en-US" dirty="0" err="1"/>
              <a:t>comenzar</a:t>
            </a:r>
            <a:r>
              <a:rPr lang="en-US" dirty="0"/>
              <a:t> un </a:t>
            </a:r>
            <a:r>
              <a:rPr lang="en-US" dirty="0" err="1"/>
              <a:t>análisis</a:t>
            </a:r>
            <a:r>
              <a:rPr lang="en-US" dirty="0"/>
              <a:t>?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4EDC9A-AE69-4112-934B-48EF1FECAFD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5459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err="1"/>
              <a:t>Notas</a:t>
            </a:r>
            <a:r>
              <a:rPr lang="en-US" b="1" dirty="0"/>
              <a:t> del </a:t>
            </a:r>
            <a:r>
              <a:rPr lang="en-US" b="1" dirty="0" err="1"/>
              <a:t>docente</a:t>
            </a:r>
            <a:endParaRPr lang="en-US" b="1" dirty="0"/>
          </a:p>
          <a:p>
            <a:r>
              <a:rPr lang="en-US" b="1" dirty="0"/>
              <a:t>Tiempo:</a:t>
            </a:r>
            <a:r>
              <a:rPr lang="en-US" dirty="0"/>
              <a:t> 8 </a:t>
            </a:r>
            <a:r>
              <a:rPr lang="en-US" dirty="0" err="1"/>
              <a:t>minutos</a:t>
            </a:r>
            <a:endParaRPr lang="en-US" dirty="0"/>
          </a:p>
          <a:p>
            <a:r>
              <a:rPr lang="en-US" dirty="0" err="1"/>
              <a:t>Comienza</a:t>
            </a:r>
            <a:r>
              <a:rPr lang="en-US" dirty="0"/>
              <a:t> </a:t>
            </a:r>
            <a:r>
              <a:rPr lang="en-US" dirty="0" err="1"/>
              <a:t>preguntando</a:t>
            </a:r>
            <a:r>
              <a:rPr lang="en-US" dirty="0"/>
              <a:t>:</a:t>
            </a:r>
          </a:p>
          <a:p>
            <a:r>
              <a:rPr lang="en-US" dirty="0"/>
              <a:t>"¿Cuál </a:t>
            </a:r>
            <a:r>
              <a:rPr lang="en-US" dirty="0" err="1"/>
              <a:t>creen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es el </a:t>
            </a:r>
            <a:r>
              <a:rPr lang="en-US" dirty="0" err="1"/>
              <a:t>objetivo</a:t>
            </a:r>
            <a:r>
              <a:rPr lang="en-US" dirty="0"/>
              <a:t> principal de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gráfica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un </a:t>
            </a:r>
            <a:r>
              <a:rPr lang="en-US" dirty="0" err="1"/>
              <a:t>artículo</a:t>
            </a:r>
            <a:r>
              <a:rPr lang="en-US" dirty="0"/>
              <a:t> </a:t>
            </a:r>
            <a:r>
              <a:rPr lang="en-US" dirty="0" err="1"/>
              <a:t>científico</a:t>
            </a:r>
            <a:r>
              <a:rPr lang="en-US" dirty="0"/>
              <a:t>?"</a:t>
            </a:r>
          </a:p>
          <a:p>
            <a:r>
              <a:rPr lang="en-US" dirty="0" err="1"/>
              <a:t>Escucha</a:t>
            </a:r>
            <a:r>
              <a:rPr lang="en-US" dirty="0"/>
              <a:t> </a:t>
            </a:r>
            <a:r>
              <a:rPr lang="en-US" dirty="0" err="1"/>
              <a:t>respuestas</a:t>
            </a:r>
            <a:r>
              <a:rPr lang="en-US" dirty="0"/>
              <a:t> y luego </a:t>
            </a:r>
            <a:r>
              <a:rPr lang="en-US" dirty="0" err="1"/>
              <a:t>aclara</a:t>
            </a:r>
            <a:r>
              <a:rPr lang="en-US" dirty="0"/>
              <a:t>:</a:t>
            </a:r>
          </a:p>
          <a:p>
            <a:r>
              <a:rPr lang="en-US" dirty="0"/>
              <a:t>Una </a:t>
            </a:r>
            <a:r>
              <a:rPr lang="en-US" dirty="0" err="1"/>
              <a:t>gráfica</a:t>
            </a:r>
            <a:r>
              <a:rPr lang="en-US" dirty="0"/>
              <a:t> </a:t>
            </a:r>
            <a:r>
              <a:rPr lang="en-US" dirty="0" err="1"/>
              <a:t>debe</a:t>
            </a:r>
            <a:r>
              <a:rPr lang="en-US" dirty="0"/>
              <a:t> </a:t>
            </a:r>
            <a:r>
              <a:rPr lang="en-US" dirty="0" err="1"/>
              <a:t>permitir</a:t>
            </a:r>
            <a:r>
              <a:rPr lang="en-US" dirty="0"/>
              <a:t> responder </a:t>
            </a:r>
            <a:r>
              <a:rPr lang="en-US" dirty="0" err="1"/>
              <a:t>preguntas</a:t>
            </a:r>
            <a:r>
              <a:rPr lang="en-US" dirty="0"/>
              <a:t> </a:t>
            </a:r>
            <a:r>
              <a:rPr lang="en-US" dirty="0" err="1"/>
              <a:t>sobre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datos</a:t>
            </a:r>
            <a:r>
              <a:rPr lang="en-US" dirty="0"/>
              <a:t>.</a:t>
            </a:r>
          </a:p>
          <a:p>
            <a:r>
              <a:rPr lang="en-US" dirty="0"/>
              <a:t>No </a:t>
            </a:r>
            <a:r>
              <a:rPr lang="en-US" dirty="0" err="1"/>
              <a:t>debe</a:t>
            </a:r>
            <a:r>
              <a:rPr lang="en-US" dirty="0"/>
              <a:t> ser </a:t>
            </a:r>
            <a:r>
              <a:rPr lang="en-US" dirty="0" err="1"/>
              <a:t>únicamente</a:t>
            </a:r>
            <a:r>
              <a:rPr lang="en-US" dirty="0"/>
              <a:t> "</a:t>
            </a:r>
            <a:r>
              <a:rPr lang="en-US" dirty="0" err="1"/>
              <a:t>bonita</a:t>
            </a:r>
            <a:r>
              <a:rPr lang="en-US" dirty="0"/>
              <a:t>".</a:t>
            </a:r>
          </a:p>
          <a:p>
            <a:r>
              <a:rPr lang="en-US" dirty="0" err="1"/>
              <a:t>Explica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buena</a:t>
            </a:r>
            <a:r>
              <a:rPr lang="en-US" dirty="0"/>
              <a:t> </a:t>
            </a:r>
            <a:r>
              <a:rPr lang="en-US" dirty="0" err="1"/>
              <a:t>visualización</a:t>
            </a:r>
            <a:r>
              <a:rPr lang="en-US" dirty="0"/>
              <a:t> </a:t>
            </a:r>
            <a:r>
              <a:rPr lang="en-US" dirty="0" err="1"/>
              <a:t>debe</a:t>
            </a:r>
            <a:r>
              <a:rPr lang="en-US" dirty="0"/>
              <a:t> </a:t>
            </a:r>
            <a:r>
              <a:rPr lang="en-US" dirty="0" err="1"/>
              <a:t>permitir</a:t>
            </a:r>
            <a:r>
              <a:rPr lang="en-US" dirty="0"/>
              <a:t> </a:t>
            </a:r>
            <a:r>
              <a:rPr lang="en-US" dirty="0" err="1"/>
              <a:t>identificar</a:t>
            </a:r>
            <a:r>
              <a:rPr lang="en-US" dirty="0"/>
              <a:t> </a:t>
            </a:r>
            <a:r>
              <a:rPr lang="en-US" dirty="0" err="1"/>
              <a:t>rápidamente</a:t>
            </a:r>
            <a:r>
              <a:rPr lang="en-US" dirty="0"/>
              <a:t>:</a:t>
            </a:r>
          </a:p>
          <a:p>
            <a:r>
              <a:rPr lang="en-US" dirty="0" err="1"/>
              <a:t>tendencias</a:t>
            </a:r>
            <a:r>
              <a:rPr lang="en-US" dirty="0"/>
              <a:t> </a:t>
            </a:r>
          </a:p>
          <a:p>
            <a:r>
              <a:rPr lang="en-US" dirty="0" err="1"/>
              <a:t>máximos</a:t>
            </a:r>
            <a:r>
              <a:rPr lang="en-US" dirty="0"/>
              <a:t> </a:t>
            </a:r>
          </a:p>
          <a:p>
            <a:r>
              <a:rPr lang="en-US" dirty="0" err="1"/>
              <a:t>mínimos</a:t>
            </a:r>
            <a:r>
              <a:rPr lang="en-US" dirty="0"/>
              <a:t> </a:t>
            </a:r>
          </a:p>
          <a:p>
            <a:r>
              <a:rPr lang="en-US" dirty="0" err="1"/>
              <a:t>comportamiento</a:t>
            </a:r>
            <a:r>
              <a:rPr lang="en-US" dirty="0"/>
              <a:t> general </a:t>
            </a:r>
          </a:p>
          <a:p>
            <a:r>
              <a:rPr lang="en-US" dirty="0" err="1"/>
              <a:t>valores</a:t>
            </a:r>
            <a:r>
              <a:rPr lang="en-US" dirty="0"/>
              <a:t> </a:t>
            </a:r>
            <a:r>
              <a:rPr lang="en-US" dirty="0" err="1"/>
              <a:t>atípicos</a:t>
            </a:r>
            <a:r>
              <a:rPr lang="en-US" dirty="0"/>
              <a:t> </a:t>
            </a:r>
          </a:p>
          <a:p>
            <a:r>
              <a:rPr lang="en-US" dirty="0" err="1"/>
              <a:t>comparación</a:t>
            </a:r>
            <a:r>
              <a:rPr lang="en-US" dirty="0"/>
              <a:t> entre </a:t>
            </a:r>
            <a:r>
              <a:rPr lang="en-US" dirty="0" err="1"/>
              <a:t>modelos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b="1" dirty="0" err="1"/>
              <a:t>Preguntas</a:t>
            </a:r>
            <a:r>
              <a:rPr lang="en-US" b="1" dirty="0"/>
              <a:t> para </a:t>
            </a:r>
            <a:r>
              <a:rPr lang="en-US" b="1" dirty="0" err="1"/>
              <a:t>los</a:t>
            </a:r>
            <a:r>
              <a:rPr lang="en-US" b="1" dirty="0"/>
              <a:t> </a:t>
            </a:r>
            <a:r>
              <a:rPr lang="en-US" b="1" dirty="0" err="1"/>
              <a:t>estudiantes</a:t>
            </a:r>
            <a:endParaRPr lang="en-US" b="1" dirty="0"/>
          </a:p>
          <a:p>
            <a:r>
              <a:rPr lang="en-US" dirty="0"/>
              <a:t>¿</a:t>
            </a:r>
            <a:r>
              <a:rPr lang="en-US" dirty="0" err="1"/>
              <a:t>Qué</a:t>
            </a:r>
            <a:r>
              <a:rPr lang="en-US" dirty="0"/>
              <a:t> </a:t>
            </a:r>
            <a:r>
              <a:rPr lang="en-US" dirty="0" err="1"/>
              <a:t>información</a:t>
            </a:r>
            <a:r>
              <a:rPr lang="en-US" dirty="0"/>
              <a:t> </a:t>
            </a:r>
            <a:r>
              <a:rPr lang="en-US" dirty="0" err="1"/>
              <a:t>pierde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gráfica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no </a:t>
            </a:r>
            <a:r>
              <a:rPr lang="en-US" dirty="0" err="1"/>
              <a:t>tiene</a:t>
            </a:r>
            <a:r>
              <a:rPr lang="en-US" dirty="0"/>
              <a:t> </a:t>
            </a:r>
            <a:r>
              <a:rPr lang="en-US" dirty="0" err="1"/>
              <a:t>etiquetas</a:t>
            </a:r>
            <a:r>
              <a:rPr lang="en-US" dirty="0"/>
              <a:t>? </a:t>
            </a:r>
          </a:p>
          <a:p>
            <a:r>
              <a:rPr lang="en-US" dirty="0"/>
              <a:t>¿Por </a:t>
            </a:r>
            <a:r>
              <a:rPr lang="en-US" dirty="0" err="1"/>
              <a:t>qué</a:t>
            </a:r>
            <a:r>
              <a:rPr lang="en-US" dirty="0"/>
              <a:t> es </a:t>
            </a:r>
            <a:r>
              <a:rPr lang="en-US" dirty="0" err="1"/>
              <a:t>importante</a:t>
            </a:r>
            <a:r>
              <a:rPr lang="en-US" dirty="0"/>
              <a:t> </a:t>
            </a:r>
            <a:r>
              <a:rPr lang="en-US" dirty="0" err="1"/>
              <a:t>indicar</a:t>
            </a:r>
            <a:r>
              <a:rPr lang="en-US" dirty="0"/>
              <a:t> las </a:t>
            </a:r>
            <a:r>
              <a:rPr lang="en-US" dirty="0" err="1"/>
              <a:t>unidades</a:t>
            </a:r>
            <a:r>
              <a:rPr lang="en-US" dirty="0"/>
              <a:t>? </a:t>
            </a:r>
          </a:p>
          <a:p>
            <a:r>
              <a:rPr lang="en-US" dirty="0"/>
              <a:t>¿</a:t>
            </a:r>
            <a:r>
              <a:rPr lang="en-US" dirty="0" err="1"/>
              <a:t>Qué</a:t>
            </a:r>
            <a:r>
              <a:rPr lang="en-US" dirty="0"/>
              <a:t> </a:t>
            </a:r>
            <a:r>
              <a:rPr lang="en-US" dirty="0" err="1"/>
              <a:t>diferencias</a:t>
            </a:r>
            <a:r>
              <a:rPr lang="en-US" dirty="0"/>
              <a:t> </a:t>
            </a:r>
            <a:r>
              <a:rPr lang="en-US" dirty="0" err="1"/>
              <a:t>existen</a:t>
            </a:r>
            <a:r>
              <a:rPr lang="en-US" dirty="0"/>
              <a:t> entre un </a:t>
            </a:r>
            <a:r>
              <a:rPr lang="en-US" dirty="0" err="1"/>
              <a:t>gráfico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plot()</a:t>
            </a:r>
            <a:r>
              <a:rPr lang="en-US" dirty="0"/>
              <a:t> y un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scatter()</a:t>
            </a:r>
            <a:r>
              <a:rPr lang="en-US" dirty="0"/>
              <a:t>?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4EDC9A-AE69-4112-934B-48EF1FECAFD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1918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err="1"/>
              <a:t>Notas</a:t>
            </a:r>
            <a:r>
              <a:rPr lang="en-US" b="1" dirty="0"/>
              <a:t> del </a:t>
            </a:r>
            <a:r>
              <a:rPr lang="en-US" b="1" dirty="0" err="1"/>
              <a:t>docente</a:t>
            </a:r>
            <a:endParaRPr lang="en-US" b="1" dirty="0"/>
          </a:p>
          <a:p>
            <a:r>
              <a:rPr lang="en-US" b="1" dirty="0"/>
              <a:t>Tiempo:</a:t>
            </a:r>
            <a:r>
              <a:rPr lang="en-US" dirty="0"/>
              <a:t> 6 </a:t>
            </a:r>
            <a:r>
              <a:rPr lang="en-US" dirty="0" err="1"/>
              <a:t>minutos</a:t>
            </a:r>
            <a:endParaRPr lang="en-US" dirty="0"/>
          </a:p>
          <a:p>
            <a:r>
              <a:rPr lang="en-US" dirty="0"/>
              <a:t>Esta </a:t>
            </a:r>
            <a:r>
              <a:rPr lang="en-US" dirty="0" err="1"/>
              <a:t>diapositiva</a:t>
            </a:r>
            <a:r>
              <a:rPr lang="en-US" dirty="0"/>
              <a:t> </a:t>
            </a:r>
            <a:r>
              <a:rPr lang="en-US" dirty="0" err="1"/>
              <a:t>suele</a:t>
            </a:r>
            <a:r>
              <a:rPr lang="en-US" dirty="0"/>
              <a:t> </a:t>
            </a:r>
            <a:r>
              <a:rPr lang="en-US" dirty="0" err="1"/>
              <a:t>generar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buena</a:t>
            </a:r>
            <a:r>
              <a:rPr lang="en-US" dirty="0"/>
              <a:t> </a:t>
            </a:r>
            <a:r>
              <a:rPr lang="en-US" dirty="0" err="1"/>
              <a:t>discusión</a:t>
            </a:r>
            <a:r>
              <a:rPr lang="en-US" dirty="0"/>
              <a:t>.</a:t>
            </a:r>
          </a:p>
          <a:p>
            <a:r>
              <a:rPr lang="en-US" dirty="0" err="1"/>
              <a:t>Explica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gráfica</a:t>
            </a:r>
            <a:r>
              <a:rPr lang="en-US" dirty="0"/>
              <a:t> </a:t>
            </a:r>
            <a:r>
              <a:rPr lang="en-US" dirty="0" err="1"/>
              <a:t>científica</a:t>
            </a:r>
            <a:r>
              <a:rPr lang="en-US" dirty="0"/>
              <a:t> </a:t>
            </a:r>
            <a:r>
              <a:rPr lang="en-US" dirty="0" err="1"/>
              <a:t>debe</a:t>
            </a:r>
            <a:r>
              <a:rPr lang="en-US" dirty="0"/>
              <a:t> </a:t>
            </a:r>
            <a:r>
              <a:rPr lang="en-US" dirty="0" err="1"/>
              <a:t>poder</a:t>
            </a:r>
            <a:r>
              <a:rPr lang="en-US" dirty="0"/>
              <a:t> </a:t>
            </a:r>
            <a:r>
              <a:rPr lang="en-US" dirty="0" err="1"/>
              <a:t>entenderse</a:t>
            </a:r>
            <a:r>
              <a:rPr lang="en-US" dirty="0"/>
              <a:t> </a:t>
            </a:r>
            <a:r>
              <a:rPr lang="en-US" dirty="0" err="1"/>
              <a:t>incluso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quien</a:t>
            </a:r>
            <a:r>
              <a:rPr lang="en-US" dirty="0"/>
              <a:t> la </a:t>
            </a:r>
            <a:r>
              <a:rPr lang="en-US" dirty="0" err="1"/>
              <a:t>observa</a:t>
            </a:r>
            <a:r>
              <a:rPr lang="en-US" dirty="0"/>
              <a:t> no </a:t>
            </a:r>
            <a:r>
              <a:rPr lang="en-US" dirty="0" err="1"/>
              <a:t>estuvo</a:t>
            </a:r>
            <a:r>
              <a:rPr lang="en-US" dirty="0"/>
              <a:t> </a:t>
            </a:r>
            <a:r>
              <a:rPr lang="en-US" dirty="0" err="1"/>
              <a:t>presente</a:t>
            </a:r>
            <a:r>
              <a:rPr lang="en-US" dirty="0"/>
              <a:t> </a:t>
            </a:r>
            <a:r>
              <a:rPr lang="en-US" dirty="0" err="1"/>
              <a:t>durante</a:t>
            </a:r>
            <a:r>
              <a:rPr lang="en-US" dirty="0"/>
              <a:t> el </a:t>
            </a:r>
            <a:r>
              <a:rPr lang="en-US" dirty="0" err="1"/>
              <a:t>experimento</a:t>
            </a:r>
            <a:r>
              <a:rPr lang="en-US" dirty="0"/>
              <a:t>.</a:t>
            </a:r>
          </a:p>
          <a:p>
            <a:r>
              <a:rPr lang="en-US" dirty="0" err="1"/>
              <a:t>Pregunta</a:t>
            </a:r>
            <a:r>
              <a:rPr lang="en-US" dirty="0"/>
              <a:t>:</a:t>
            </a:r>
          </a:p>
          <a:p>
            <a:r>
              <a:rPr lang="en-US" dirty="0"/>
              <a:t>"Si </a:t>
            </a:r>
            <a:r>
              <a:rPr lang="en-US" dirty="0" err="1"/>
              <a:t>alguien</a:t>
            </a:r>
            <a:r>
              <a:rPr lang="en-US" dirty="0"/>
              <a:t> </a:t>
            </a:r>
            <a:r>
              <a:rPr lang="en-US" dirty="0" err="1"/>
              <a:t>encuentra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gráfica</a:t>
            </a:r>
            <a:r>
              <a:rPr lang="en-US" dirty="0"/>
              <a:t> </a:t>
            </a:r>
            <a:r>
              <a:rPr lang="en-US" dirty="0" err="1"/>
              <a:t>dentro</a:t>
            </a:r>
            <a:r>
              <a:rPr lang="en-US" dirty="0"/>
              <a:t> de </a:t>
            </a:r>
            <a:r>
              <a:rPr lang="en-US" dirty="0" err="1"/>
              <a:t>cinco</a:t>
            </a:r>
            <a:r>
              <a:rPr lang="en-US" dirty="0"/>
              <a:t> </a:t>
            </a:r>
            <a:r>
              <a:rPr lang="en-US" dirty="0" err="1"/>
              <a:t>años</a:t>
            </a:r>
            <a:r>
              <a:rPr lang="en-US" dirty="0"/>
              <a:t>, ¿</a:t>
            </a:r>
            <a:r>
              <a:rPr lang="en-US" dirty="0" err="1"/>
              <a:t>podría</a:t>
            </a:r>
            <a:r>
              <a:rPr lang="en-US" dirty="0"/>
              <a:t> </a:t>
            </a:r>
            <a:r>
              <a:rPr lang="en-US" dirty="0" err="1"/>
              <a:t>interpretarla</a:t>
            </a:r>
            <a:r>
              <a:rPr lang="en-US" dirty="0"/>
              <a:t> </a:t>
            </a:r>
            <a:r>
              <a:rPr lang="en-US" dirty="0" err="1"/>
              <a:t>correctamente</a:t>
            </a:r>
            <a:r>
              <a:rPr lang="en-US" dirty="0"/>
              <a:t>?"</a:t>
            </a:r>
          </a:p>
          <a:p>
            <a:r>
              <a:rPr lang="en-US" dirty="0"/>
              <a:t>Ese </a:t>
            </a:r>
            <a:r>
              <a:rPr lang="en-US" dirty="0" err="1"/>
              <a:t>debe</a:t>
            </a:r>
            <a:r>
              <a:rPr lang="en-US" dirty="0"/>
              <a:t> ser el </a:t>
            </a:r>
            <a:r>
              <a:rPr lang="en-US" dirty="0" err="1"/>
              <a:t>objetivo</a:t>
            </a:r>
            <a:r>
              <a:rPr lang="en-US" dirty="0"/>
              <a:t>.</a:t>
            </a:r>
          </a:p>
          <a:p>
            <a:r>
              <a:rPr lang="en-US" dirty="0" err="1"/>
              <a:t>Comenta</a:t>
            </a:r>
            <a:r>
              <a:rPr lang="en-US" dirty="0"/>
              <a:t> </a:t>
            </a:r>
            <a:r>
              <a:rPr lang="en-US" dirty="0" err="1"/>
              <a:t>algunos</a:t>
            </a:r>
            <a:r>
              <a:rPr lang="en-US" dirty="0"/>
              <a:t> </a:t>
            </a:r>
            <a:r>
              <a:rPr lang="en-US" dirty="0" err="1"/>
              <a:t>errores</a:t>
            </a:r>
            <a:r>
              <a:rPr lang="en-US" dirty="0"/>
              <a:t> </a:t>
            </a:r>
            <a:r>
              <a:rPr lang="en-US" dirty="0" err="1"/>
              <a:t>comunes</a:t>
            </a:r>
            <a:r>
              <a:rPr lang="en-US" dirty="0"/>
              <a:t>:</a:t>
            </a:r>
          </a:p>
          <a:p>
            <a:r>
              <a:rPr lang="en-US" dirty="0"/>
              <a:t>usar </a:t>
            </a:r>
            <a:r>
              <a:rPr lang="en-US" dirty="0" err="1"/>
              <a:t>demasiados</a:t>
            </a:r>
            <a:r>
              <a:rPr lang="en-US" dirty="0"/>
              <a:t> </a:t>
            </a:r>
            <a:r>
              <a:rPr lang="en-US" dirty="0" err="1"/>
              <a:t>colores</a:t>
            </a:r>
            <a:r>
              <a:rPr lang="en-US" dirty="0"/>
              <a:t> </a:t>
            </a:r>
          </a:p>
          <a:p>
            <a:r>
              <a:rPr lang="en-US" dirty="0" err="1"/>
              <a:t>leyendas</a:t>
            </a:r>
            <a:r>
              <a:rPr lang="en-US" dirty="0"/>
              <a:t> </a:t>
            </a:r>
            <a:r>
              <a:rPr lang="en-US" dirty="0" err="1"/>
              <a:t>innecesarias</a:t>
            </a:r>
            <a:r>
              <a:rPr lang="en-US" dirty="0"/>
              <a:t> </a:t>
            </a:r>
          </a:p>
          <a:p>
            <a:r>
              <a:rPr lang="en-US" dirty="0" err="1"/>
              <a:t>ejes</a:t>
            </a:r>
            <a:r>
              <a:rPr lang="en-US" dirty="0"/>
              <a:t> sin </a:t>
            </a:r>
            <a:r>
              <a:rPr lang="en-US" dirty="0" err="1"/>
              <a:t>unidades</a:t>
            </a:r>
            <a:r>
              <a:rPr lang="en-US" dirty="0"/>
              <a:t> </a:t>
            </a:r>
          </a:p>
          <a:p>
            <a:r>
              <a:rPr lang="en-US" dirty="0" err="1"/>
              <a:t>escalas</a:t>
            </a:r>
            <a:r>
              <a:rPr lang="en-US" dirty="0"/>
              <a:t> </a:t>
            </a:r>
            <a:r>
              <a:rPr lang="en-US" dirty="0" err="1"/>
              <a:t>engañosas</a:t>
            </a:r>
            <a:r>
              <a:rPr lang="en-US" dirty="0"/>
              <a:t> </a:t>
            </a:r>
          </a:p>
          <a:p>
            <a:r>
              <a:rPr lang="en-US" dirty="0" err="1"/>
              <a:t>texto</a:t>
            </a:r>
            <a:r>
              <a:rPr lang="en-US" dirty="0"/>
              <a:t> demasiado </a:t>
            </a:r>
            <a:r>
              <a:rPr lang="en-US" dirty="0" err="1"/>
              <a:t>pequeño</a:t>
            </a:r>
            <a:r>
              <a:rPr lang="en-US" dirty="0"/>
              <a:t> </a:t>
            </a:r>
          </a:p>
          <a:p>
            <a:r>
              <a:rPr lang="en-US" dirty="0" err="1"/>
              <a:t>Menciona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el </a:t>
            </a:r>
            <a:r>
              <a:rPr lang="en-US" dirty="0" err="1"/>
              <a:t>curso</a:t>
            </a:r>
            <a:r>
              <a:rPr lang="en-US" dirty="0"/>
              <a:t> se </a:t>
            </a:r>
            <a:r>
              <a:rPr lang="en-US" dirty="0" err="1"/>
              <a:t>evaluará</a:t>
            </a:r>
            <a:r>
              <a:rPr lang="en-US" dirty="0"/>
              <a:t> la </a:t>
            </a:r>
            <a:r>
              <a:rPr lang="en-US" dirty="0" err="1"/>
              <a:t>calidad</a:t>
            </a:r>
            <a:r>
              <a:rPr lang="en-US" dirty="0"/>
              <a:t> de las </a:t>
            </a:r>
            <a:r>
              <a:rPr lang="en-US" dirty="0" err="1"/>
              <a:t>visualizaciones</a:t>
            </a:r>
            <a:r>
              <a:rPr lang="en-US" dirty="0"/>
              <a:t>, no solo el </a:t>
            </a:r>
            <a:r>
              <a:rPr lang="en-US" dirty="0" err="1"/>
              <a:t>resultado</a:t>
            </a:r>
            <a:r>
              <a:rPr lang="en-US" dirty="0"/>
              <a:t> </a:t>
            </a:r>
            <a:r>
              <a:rPr lang="en-US" dirty="0" err="1"/>
              <a:t>numérico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b="1" dirty="0" err="1"/>
              <a:t>Preguntas</a:t>
            </a:r>
            <a:endParaRPr lang="en-US" b="1" dirty="0"/>
          </a:p>
          <a:p>
            <a:r>
              <a:rPr lang="en-US" dirty="0"/>
              <a:t>¿</a:t>
            </a:r>
            <a:r>
              <a:rPr lang="en-US" dirty="0" err="1"/>
              <a:t>Qué</a:t>
            </a:r>
            <a:r>
              <a:rPr lang="en-US" dirty="0"/>
              <a:t> </a:t>
            </a:r>
            <a:r>
              <a:rPr lang="en-US" dirty="0" err="1"/>
              <a:t>errores</a:t>
            </a:r>
            <a:r>
              <a:rPr lang="en-US" dirty="0"/>
              <a:t> </a:t>
            </a:r>
            <a:r>
              <a:rPr lang="en-US" dirty="0" err="1"/>
              <a:t>observan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la </a:t>
            </a:r>
            <a:r>
              <a:rPr lang="en-US" dirty="0" err="1"/>
              <a:t>gráfica</a:t>
            </a:r>
            <a:r>
              <a:rPr lang="en-US" dirty="0"/>
              <a:t> de la </a:t>
            </a:r>
            <a:r>
              <a:rPr lang="en-US" dirty="0" err="1"/>
              <a:t>izquierda</a:t>
            </a:r>
            <a:r>
              <a:rPr lang="en-US" dirty="0"/>
              <a:t>? </a:t>
            </a:r>
          </a:p>
          <a:p>
            <a:r>
              <a:rPr lang="en-US" dirty="0"/>
              <a:t>¿Cuál </a:t>
            </a:r>
            <a:r>
              <a:rPr lang="en-US" dirty="0" err="1"/>
              <a:t>comunicaría</a:t>
            </a:r>
            <a:r>
              <a:rPr lang="en-US" dirty="0"/>
              <a:t> mejor un </a:t>
            </a:r>
            <a:r>
              <a:rPr lang="en-US" dirty="0" err="1"/>
              <a:t>resultado</a:t>
            </a:r>
            <a:r>
              <a:rPr lang="en-US" dirty="0"/>
              <a:t> experimental?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4EDC9A-AE69-4112-934B-48EF1FECAFD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1289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A2AF5B6-670C-4653-8FC8-5F372797E348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7EF57D94-D736-4C06-AB14-98386EA40892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89799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AF5B6-670C-4653-8FC8-5F372797E348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57D94-D736-4C06-AB14-98386EA40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1238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AF5B6-670C-4653-8FC8-5F372797E348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57D94-D736-4C06-AB14-98386EA40892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6100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AF5B6-670C-4653-8FC8-5F372797E348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57D94-D736-4C06-AB14-98386EA40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0547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AF5B6-670C-4653-8FC8-5F372797E348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57D94-D736-4C06-AB14-98386EA40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495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AF5B6-670C-4653-8FC8-5F372797E348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57D94-D736-4C06-AB14-98386EA40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697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AF5B6-670C-4653-8FC8-5F372797E348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57D94-D736-4C06-AB14-98386EA40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746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AF5B6-670C-4653-8FC8-5F372797E348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57D94-D736-4C06-AB14-98386EA40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40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AF5B6-670C-4653-8FC8-5F372797E348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57D94-D736-4C06-AB14-98386EA40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9348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AF5B6-670C-4653-8FC8-5F372797E348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57D94-D736-4C06-AB14-98386EA40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422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AF5B6-670C-4653-8FC8-5F372797E348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57D94-D736-4C06-AB14-98386EA40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479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CA2AF5B6-670C-4653-8FC8-5F372797E348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7EF57D94-D736-4C06-AB14-98386EA40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627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62DC1-EFFA-8827-1CC9-0B426F089C4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s-419" sz="6000" dirty="0"/>
              <a:t>Repaso de computación científica</a:t>
            </a:r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18003375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50CD3-38BD-CB4A-A73F-5A0DB4F19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</p:spPr>
        <p:txBody>
          <a:bodyPr>
            <a:normAutofit/>
          </a:bodyPr>
          <a:lstStyle/>
          <a:p>
            <a:r>
              <a:rPr lang="es-419" dirty="0">
                <a:latin typeface="Aptos" panose="020B0004020202020204" pitchFamily="34" charset="0"/>
              </a:rPr>
              <a:t>Objetivos</a:t>
            </a:r>
            <a:endParaRPr lang="en-US" dirty="0">
              <a:latin typeface="Aptos" panose="020B0004020202020204" pitchFamily="34" charset="0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5568665-3004-800F-B5A9-1DFF023367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28640338"/>
              </p:ext>
            </p:extLst>
          </p:nvPr>
        </p:nvGraphicFramePr>
        <p:xfrm>
          <a:off x="1143000" y="2298530"/>
          <a:ext cx="9872663" cy="37974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1531466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0C4F1C3-3ADD-491F-8C66-57912A2421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B323FE0-DFB0-4368-A3C2-FC1402A98C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4BCA77F-6A46-46C1-822E-DF8DB6F08D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B0513689-D00A-4D15-B8A3-AA50EC4B2B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8AE102-D6C5-B292-F078-644F127CF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3359" y="2816005"/>
            <a:ext cx="8640201" cy="122598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85000"/>
              </a:lnSpc>
            </a:pPr>
            <a:r>
              <a:rPr lang="en-US" sz="4000" b="1" cap="all" dirty="0">
                <a:solidFill>
                  <a:schemeClr val="tx1"/>
                </a:solidFill>
              </a:rPr>
              <a:t>¿Cuál de </a:t>
            </a:r>
            <a:r>
              <a:rPr lang="en-US" sz="4000" b="1" cap="all" dirty="0" err="1">
                <a:solidFill>
                  <a:schemeClr val="tx1"/>
                </a:solidFill>
              </a:rPr>
              <a:t>estas</a:t>
            </a:r>
            <a:r>
              <a:rPr lang="en-US" sz="4000" b="1" cap="all" dirty="0">
                <a:solidFill>
                  <a:schemeClr val="tx1"/>
                </a:solidFill>
              </a:rPr>
              <a:t> </a:t>
            </a:r>
            <a:r>
              <a:rPr lang="en-US" sz="4000" b="1" cap="all" dirty="0" err="1">
                <a:solidFill>
                  <a:schemeClr val="tx1"/>
                </a:solidFill>
              </a:rPr>
              <a:t>librerías</a:t>
            </a:r>
            <a:r>
              <a:rPr lang="en-US" sz="4000" b="1" cap="all" dirty="0">
                <a:solidFill>
                  <a:schemeClr val="tx1"/>
                </a:solidFill>
              </a:rPr>
              <a:t> </a:t>
            </a:r>
            <a:r>
              <a:rPr lang="en-US" sz="4000" b="1" cap="all" dirty="0" err="1">
                <a:solidFill>
                  <a:schemeClr val="tx1"/>
                </a:solidFill>
              </a:rPr>
              <a:t>consideran</a:t>
            </a:r>
            <a:r>
              <a:rPr lang="en-US" sz="4000" b="1" cap="all" dirty="0">
                <a:solidFill>
                  <a:schemeClr val="tx1"/>
                </a:solidFill>
              </a:rPr>
              <a:t> </a:t>
            </a:r>
            <a:r>
              <a:rPr lang="en-US" sz="4000" b="1" cap="all" dirty="0" err="1">
                <a:solidFill>
                  <a:schemeClr val="tx1"/>
                </a:solidFill>
              </a:rPr>
              <a:t>más</a:t>
            </a:r>
            <a:r>
              <a:rPr lang="en-US" sz="4000" b="1" cap="all" dirty="0">
                <a:solidFill>
                  <a:schemeClr val="tx1"/>
                </a:solidFill>
              </a:rPr>
              <a:t> </a:t>
            </a:r>
            <a:r>
              <a:rPr lang="en-US" sz="4000" b="1" cap="all" dirty="0" err="1">
                <a:solidFill>
                  <a:schemeClr val="tx1"/>
                </a:solidFill>
              </a:rPr>
              <a:t>importante</a:t>
            </a:r>
            <a:r>
              <a:rPr lang="en-US" sz="4000" b="1" cap="all" dirty="0">
                <a:solidFill>
                  <a:schemeClr val="tx1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63940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FDCDB-10CC-F2BA-8E8D-D1BE95F8A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938981"/>
          </a:xfrm>
        </p:spPr>
        <p:txBody>
          <a:bodyPr/>
          <a:lstStyle/>
          <a:p>
            <a:r>
              <a:rPr lang="es-419" dirty="0">
                <a:latin typeface="Aptos" panose="020B0004020202020204" pitchFamily="34" charset="0"/>
              </a:rPr>
              <a:t>¿Qué es la computación científica?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E3B018-7EC0-A6C2-AE7A-29E4D24525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644445"/>
            <a:ext cx="9367684" cy="675968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en-US" sz="2000" dirty="0">
                <a:latin typeface="Aptos" panose="020B0004020202020204" pitchFamily="34" charset="0"/>
              </a:rPr>
              <a:t>La </a:t>
            </a:r>
            <a:r>
              <a:rPr lang="en-US" sz="2000" dirty="0" err="1">
                <a:latin typeface="Aptos" panose="020B0004020202020204" pitchFamily="34" charset="0"/>
              </a:rPr>
              <a:t>computación</a:t>
            </a:r>
            <a:r>
              <a:rPr lang="en-US" sz="2000" dirty="0">
                <a:latin typeface="Aptos" panose="020B0004020202020204" pitchFamily="34" charset="0"/>
              </a:rPr>
              <a:t> </a:t>
            </a:r>
            <a:r>
              <a:rPr lang="en-US" sz="2000" dirty="0" err="1">
                <a:latin typeface="Aptos" panose="020B0004020202020204" pitchFamily="34" charset="0"/>
              </a:rPr>
              <a:t>científica</a:t>
            </a:r>
            <a:r>
              <a:rPr lang="en-US" sz="2000" dirty="0">
                <a:latin typeface="Aptos" panose="020B0004020202020204" pitchFamily="34" charset="0"/>
              </a:rPr>
              <a:t> </a:t>
            </a:r>
            <a:r>
              <a:rPr lang="en-US" sz="2000" dirty="0" err="1">
                <a:latin typeface="Aptos" panose="020B0004020202020204" pitchFamily="34" charset="0"/>
              </a:rPr>
              <a:t>consiste</a:t>
            </a:r>
            <a:r>
              <a:rPr lang="en-US" sz="2000" dirty="0">
                <a:latin typeface="Aptos" panose="020B0004020202020204" pitchFamily="34" charset="0"/>
              </a:rPr>
              <a:t> </a:t>
            </a:r>
            <a:r>
              <a:rPr lang="en-US" sz="2000" dirty="0" err="1">
                <a:latin typeface="Aptos" panose="020B0004020202020204" pitchFamily="34" charset="0"/>
              </a:rPr>
              <a:t>en</a:t>
            </a:r>
            <a:r>
              <a:rPr lang="en-US" sz="2000" dirty="0">
                <a:latin typeface="Aptos" panose="020B0004020202020204" pitchFamily="34" charset="0"/>
              </a:rPr>
              <a:t> </a:t>
            </a:r>
            <a:r>
              <a:rPr lang="en-US" sz="2000" dirty="0" err="1">
                <a:latin typeface="Aptos" panose="020B0004020202020204" pitchFamily="34" charset="0"/>
              </a:rPr>
              <a:t>utilizar</a:t>
            </a:r>
            <a:r>
              <a:rPr lang="en-US" sz="2000" dirty="0">
                <a:latin typeface="Aptos" panose="020B0004020202020204" pitchFamily="34" charset="0"/>
              </a:rPr>
              <a:t> </a:t>
            </a:r>
            <a:r>
              <a:rPr lang="en-US" sz="2000" dirty="0" err="1">
                <a:latin typeface="Aptos" panose="020B0004020202020204" pitchFamily="34" charset="0"/>
              </a:rPr>
              <a:t>algoritmos</a:t>
            </a:r>
            <a:r>
              <a:rPr lang="en-US" sz="2000" dirty="0">
                <a:latin typeface="Aptos" panose="020B0004020202020204" pitchFamily="34" charset="0"/>
              </a:rPr>
              <a:t> y </a:t>
            </a:r>
            <a:r>
              <a:rPr lang="en-US" sz="2000" dirty="0" err="1">
                <a:latin typeface="Aptos" panose="020B0004020202020204" pitchFamily="34" charset="0"/>
              </a:rPr>
              <a:t>computadores</a:t>
            </a:r>
            <a:r>
              <a:rPr lang="en-US" sz="2000" dirty="0">
                <a:latin typeface="Aptos" panose="020B0004020202020204" pitchFamily="34" charset="0"/>
              </a:rPr>
              <a:t> para resolver </a:t>
            </a:r>
            <a:r>
              <a:rPr lang="en-US" sz="2000" dirty="0" err="1">
                <a:latin typeface="Aptos" panose="020B0004020202020204" pitchFamily="34" charset="0"/>
              </a:rPr>
              <a:t>problemas</a:t>
            </a:r>
            <a:r>
              <a:rPr lang="en-US" sz="2000" dirty="0">
                <a:latin typeface="Aptos" panose="020B0004020202020204" pitchFamily="34" charset="0"/>
              </a:rPr>
              <a:t> </a:t>
            </a:r>
            <a:r>
              <a:rPr lang="en-US" sz="2000" dirty="0" err="1">
                <a:latin typeface="Aptos" panose="020B0004020202020204" pitchFamily="34" charset="0"/>
              </a:rPr>
              <a:t>científicos</a:t>
            </a:r>
            <a:r>
              <a:rPr lang="en-US" sz="2000" dirty="0">
                <a:latin typeface="Aptos" panose="020B0004020202020204" pitchFamily="34" charset="0"/>
              </a:rPr>
              <a:t> </a:t>
            </a:r>
            <a:r>
              <a:rPr lang="en-US" sz="2000" dirty="0" err="1">
                <a:latin typeface="Aptos" panose="020B0004020202020204" pitchFamily="34" charset="0"/>
              </a:rPr>
              <a:t>mediante</a:t>
            </a:r>
            <a:r>
              <a:rPr lang="en-US" sz="2000" dirty="0">
                <a:latin typeface="Aptos" panose="020B0004020202020204" pitchFamily="34" charset="0"/>
              </a:rPr>
              <a:t> </a:t>
            </a:r>
            <a:r>
              <a:rPr lang="en-US" sz="2000" dirty="0" err="1">
                <a:latin typeface="Aptos" panose="020B0004020202020204" pitchFamily="34" charset="0"/>
              </a:rPr>
              <a:t>modelos</a:t>
            </a:r>
            <a:r>
              <a:rPr lang="en-US" sz="2000" dirty="0">
                <a:latin typeface="Aptos" panose="020B0004020202020204" pitchFamily="34" charset="0"/>
              </a:rPr>
              <a:t> </a:t>
            </a:r>
            <a:r>
              <a:rPr lang="en-US" sz="2000" dirty="0" err="1">
                <a:latin typeface="Aptos" panose="020B0004020202020204" pitchFamily="34" charset="0"/>
              </a:rPr>
              <a:t>matemáticos</a:t>
            </a:r>
            <a:r>
              <a:rPr lang="en-US" sz="2000" dirty="0">
                <a:latin typeface="Aptos" panose="020B0004020202020204" pitchFamily="34" charset="0"/>
              </a:rPr>
              <a:t>.</a:t>
            </a:r>
          </a:p>
        </p:txBody>
      </p:sp>
      <p:graphicFrame>
        <p:nvGraphicFramePr>
          <p:cNvPr id="8" name="Diagrama 5">
            <a:extLst>
              <a:ext uri="{FF2B5EF4-FFF2-40B4-BE49-F238E27FC236}">
                <a16:creationId xmlns:a16="http://schemas.microsoft.com/office/drawing/2014/main" id="{87A47D21-CDB7-9BBF-C5B0-4BEBAA94208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67268901"/>
              </p:ext>
            </p:extLst>
          </p:nvPr>
        </p:nvGraphicFramePr>
        <p:xfrm>
          <a:off x="1555956" y="2443317"/>
          <a:ext cx="3851786" cy="38050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423A00B-089D-A3C7-6952-AC137A893258}"/>
              </a:ext>
            </a:extLst>
          </p:cNvPr>
          <p:cNvSpPr txBox="1">
            <a:spLocks/>
          </p:cNvSpPr>
          <p:nvPr/>
        </p:nvSpPr>
        <p:spPr>
          <a:xfrm>
            <a:off x="6784259" y="2701411"/>
            <a:ext cx="3726425" cy="3234813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18288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accent1"/>
              </a:buClr>
              <a:buSzPct val="80000"/>
              <a:buFont typeface="Corbel" pitchFamily="34" charset="0"/>
              <a:buChar char="•"/>
              <a:defRPr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>
              <a:buNone/>
            </a:pPr>
            <a:r>
              <a:rPr lang="en-US" sz="2000" b="1" dirty="0" err="1">
                <a:solidFill>
                  <a:schemeClr val="bg1"/>
                </a:solidFill>
              </a:rPr>
              <a:t>Ejemplos</a:t>
            </a:r>
            <a:endParaRPr lang="en-US" sz="2000" b="1" dirty="0">
              <a:solidFill>
                <a:schemeClr val="bg1"/>
              </a:solidFill>
            </a:endParaRPr>
          </a:p>
          <a:p>
            <a:r>
              <a:rPr lang="en-US" sz="2000" dirty="0" err="1">
                <a:solidFill>
                  <a:schemeClr val="bg1"/>
                </a:solidFill>
              </a:rPr>
              <a:t>Simulación</a:t>
            </a:r>
            <a:r>
              <a:rPr lang="en-US" sz="2000" dirty="0">
                <a:solidFill>
                  <a:schemeClr val="bg1"/>
                </a:solidFill>
              </a:rPr>
              <a:t> de </a:t>
            </a:r>
            <a:r>
              <a:rPr lang="en-US" sz="2000" dirty="0" err="1">
                <a:solidFill>
                  <a:schemeClr val="bg1"/>
                </a:solidFill>
              </a:rPr>
              <a:t>trayectorias</a:t>
            </a:r>
            <a:r>
              <a:rPr lang="en-US" sz="2000" dirty="0">
                <a:solidFill>
                  <a:schemeClr val="bg1"/>
                </a:solidFill>
              </a:rPr>
              <a:t>. </a:t>
            </a:r>
          </a:p>
          <a:p>
            <a:r>
              <a:rPr lang="en-US" sz="2000" dirty="0" err="1">
                <a:solidFill>
                  <a:schemeClr val="bg1"/>
                </a:solidFill>
              </a:rPr>
              <a:t>Procesamiento</a:t>
            </a:r>
            <a:r>
              <a:rPr lang="en-US" sz="2000" dirty="0">
                <a:solidFill>
                  <a:schemeClr val="bg1"/>
                </a:solidFill>
              </a:rPr>
              <a:t> de </a:t>
            </a:r>
            <a:r>
              <a:rPr lang="en-US" sz="2000" dirty="0" err="1">
                <a:solidFill>
                  <a:schemeClr val="bg1"/>
                </a:solidFill>
              </a:rPr>
              <a:t>datos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experimentales</a:t>
            </a:r>
            <a:r>
              <a:rPr lang="en-US" sz="2000" dirty="0">
                <a:solidFill>
                  <a:schemeClr val="bg1"/>
                </a:solidFill>
              </a:rPr>
              <a:t>. </a:t>
            </a:r>
          </a:p>
          <a:p>
            <a:r>
              <a:rPr lang="en-US" sz="2000" dirty="0" err="1">
                <a:solidFill>
                  <a:schemeClr val="bg1"/>
                </a:solidFill>
              </a:rPr>
              <a:t>Resolución</a:t>
            </a:r>
            <a:r>
              <a:rPr lang="en-US" sz="2000" dirty="0">
                <a:solidFill>
                  <a:schemeClr val="bg1"/>
                </a:solidFill>
              </a:rPr>
              <a:t> de </a:t>
            </a:r>
            <a:r>
              <a:rPr lang="en-US" sz="2000" dirty="0" err="1">
                <a:solidFill>
                  <a:schemeClr val="bg1"/>
                </a:solidFill>
              </a:rPr>
              <a:t>ecuaciones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diferenciales</a:t>
            </a:r>
            <a:r>
              <a:rPr lang="en-US" sz="2000" dirty="0">
                <a:solidFill>
                  <a:schemeClr val="bg1"/>
                </a:solidFill>
              </a:rPr>
              <a:t>. </a:t>
            </a:r>
          </a:p>
          <a:p>
            <a:r>
              <a:rPr lang="en-US" sz="2000" dirty="0" err="1">
                <a:solidFill>
                  <a:schemeClr val="bg1"/>
                </a:solidFill>
              </a:rPr>
              <a:t>Ajuste</a:t>
            </a:r>
            <a:r>
              <a:rPr lang="en-US" sz="2000" dirty="0">
                <a:solidFill>
                  <a:schemeClr val="bg1"/>
                </a:solidFill>
              </a:rPr>
              <a:t> de </a:t>
            </a:r>
            <a:r>
              <a:rPr lang="en-US" sz="2000" dirty="0" err="1">
                <a:solidFill>
                  <a:schemeClr val="bg1"/>
                </a:solidFill>
              </a:rPr>
              <a:t>modelos</a:t>
            </a:r>
            <a:r>
              <a:rPr lang="en-US" sz="2000" dirty="0">
                <a:solidFill>
                  <a:schemeClr val="bg1"/>
                </a:solidFill>
              </a:rPr>
              <a:t>. </a:t>
            </a:r>
          </a:p>
          <a:p>
            <a:r>
              <a:rPr lang="en-US" sz="2000" dirty="0" err="1">
                <a:solidFill>
                  <a:schemeClr val="bg1"/>
                </a:solidFill>
              </a:rPr>
              <a:t>Optimización</a:t>
            </a:r>
            <a:r>
              <a:rPr lang="en-US" sz="2000" dirty="0">
                <a:solidFill>
                  <a:schemeClr val="bg1"/>
                </a:solidFill>
              </a:rPr>
              <a:t> de </a:t>
            </a:r>
            <a:r>
              <a:rPr lang="en-US" sz="2000" dirty="0" err="1">
                <a:solidFill>
                  <a:schemeClr val="bg1"/>
                </a:solidFill>
              </a:rPr>
              <a:t>sistemas</a:t>
            </a:r>
            <a:r>
              <a:rPr lang="en-US" sz="2000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972815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E6EF0917-B285-AD1F-6FEE-4E957F2A9D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24410240"/>
              </p:ext>
            </p:extLst>
          </p:nvPr>
        </p:nvGraphicFramePr>
        <p:xfrm>
          <a:off x="959874" y="793955"/>
          <a:ext cx="10272252" cy="52700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353438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E1570-6B42-EF30-C6EC-1DFAE56D4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660250"/>
          </a:xfrm>
        </p:spPr>
        <p:txBody>
          <a:bodyPr>
            <a:normAutofit fontScale="90000"/>
          </a:bodyPr>
          <a:lstStyle/>
          <a:p>
            <a:r>
              <a:rPr lang="es-419" dirty="0">
                <a:latin typeface="Aptos" panose="020B0004020202020204" pitchFamily="34" charset="0"/>
              </a:rPr>
              <a:t>Repaso de Python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A18D633-689F-759B-D6EF-4297F6F3FA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673276"/>
            <a:ext cx="9872871" cy="4422724"/>
          </a:xfrm>
        </p:spPr>
        <p:txBody>
          <a:bodyPr/>
          <a:lstStyle/>
          <a:p>
            <a:r>
              <a:rPr lang="es-419" dirty="0">
                <a:latin typeface="Aptos" panose="020B0004020202020204" pitchFamily="34" charset="0"/>
              </a:rPr>
              <a:t>Variables</a:t>
            </a:r>
          </a:p>
          <a:p>
            <a:endParaRPr lang="es-419" dirty="0">
              <a:latin typeface="Aptos" panose="020B0004020202020204" pitchFamily="34" charset="0"/>
            </a:endParaRPr>
          </a:p>
          <a:p>
            <a:r>
              <a:rPr lang="es-419" dirty="0">
                <a:latin typeface="Aptos" panose="020B0004020202020204" pitchFamily="34" charset="0"/>
              </a:rPr>
              <a:t>Operaciones</a:t>
            </a:r>
          </a:p>
          <a:p>
            <a:endParaRPr lang="es-419" dirty="0">
              <a:latin typeface="Aptos" panose="020B0004020202020204" pitchFamily="34" charset="0"/>
            </a:endParaRPr>
          </a:p>
          <a:p>
            <a:r>
              <a:rPr lang="es-419" dirty="0">
                <a:latin typeface="Aptos" panose="020B0004020202020204" pitchFamily="34" charset="0"/>
              </a:rPr>
              <a:t>Funciones</a:t>
            </a:r>
          </a:p>
          <a:p>
            <a:endParaRPr lang="es-419" dirty="0">
              <a:latin typeface="Aptos" panose="020B0004020202020204" pitchFamily="34" charset="0"/>
            </a:endParaRPr>
          </a:p>
          <a:p>
            <a:r>
              <a:rPr lang="es-419" dirty="0">
                <a:latin typeface="Aptos" panose="020B0004020202020204" pitchFamily="34" charset="0"/>
              </a:rPr>
              <a:t>Importación de módulos</a:t>
            </a:r>
            <a:endParaRPr lang="en-US" dirty="0">
              <a:latin typeface="Aptos" panose="020B00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A0C2C10-287B-AA88-3D2C-8306B213A7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129" y="2023945"/>
            <a:ext cx="2179509" cy="6325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78E7026-5A0D-E3FC-64FC-2D1B7C9A4E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6129" y="3108933"/>
            <a:ext cx="4610500" cy="32006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013AC60-F7DF-CFCB-5E4E-2AB4FD3E43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6129" y="3906368"/>
            <a:ext cx="4976291" cy="66299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A15F24F-798A-DA8C-8F2C-F03A015BDD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6129" y="4972791"/>
            <a:ext cx="4168501" cy="1089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1640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CC7C4-07D8-CBC6-2167-6691D4C52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>
                <a:latin typeface="Aptos" panose="020B0004020202020204" pitchFamily="34" charset="0"/>
              </a:rPr>
              <a:t>Estructuras de Datos Fundamentales</a:t>
            </a:r>
            <a:endParaRPr lang="en-US" dirty="0">
              <a:latin typeface="Aptos" panose="020B0004020202020204" pitchFamily="34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A2129A0-4231-2325-A7A1-0A758677B69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760635"/>
              </p:ext>
            </p:extLst>
          </p:nvPr>
        </p:nvGraphicFramePr>
        <p:xfrm>
          <a:off x="1143000" y="2057400"/>
          <a:ext cx="9872661" cy="4028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0887">
                  <a:extLst>
                    <a:ext uri="{9D8B030D-6E8A-4147-A177-3AD203B41FA5}">
                      <a16:colId xmlns:a16="http://schemas.microsoft.com/office/drawing/2014/main" val="2565005870"/>
                    </a:ext>
                  </a:extLst>
                </a:gridCol>
                <a:gridCol w="3290887">
                  <a:extLst>
                    <a:ext uri="{9D8B030D-6E8A-4147-A177-3AD203B41FA5}">
                      <a16:colId xmlns:a16="http://schemas.microsoft.com/office/drawing/2014/main" val="2627229533"/>
                    </a:ext>
                  </a:extLst>
                </a:gridCol>
                <a:gridCol w="3290887">
                  <a:extLst>
                    <a:ext uri="{9D8B030D-6E8A-4147-A177-3AD203B41FA5}">
                      <a16:colId xmlns:a16="http://schemas.microsoft.com/office/drawing/2014/main" val="5410799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latin typeface="Aptos" panose="020B0004020202020204" pitchFamily="34" charset="0"/>
                        </a:rPr>
                        <a:t>Estructura</a:t>
                      </a:r>
                      <a:endParaRPr lang="en-US" dirty="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Aptos" panose="020B0004020202020204" pitchFamily="34" charset="0"/>
                        </a:rPr>
                        <a:t>Características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Aptos" panose="020B0004020202020204" pitchFamily="34" charset="0"/>
                        </a:rPr>
                        <a:t>¿Cuándo utilizarla?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90421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latin typeface="Aptos" panose="020B0004020202020204" pitchFamily="34" charset="0"/>
                        </a:rPr>
                        <a:t>Lista (list)</a:t>
                      </a:r>
                      <a:endParaRPr lang="en-US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Aptos" panose="020B0004020202020204" pitchFamily="34" charset="0"/>
                        </a:rPr>
                        <a:t>Ordenada, modificable, permite duplicados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Aptos" panose="020B0004020202020204" pitchFamily="34" charset="0"/>
                        </a:rPr>
                        <a:t>Almacenar colecciones de elementos que pueden cambiar durante la ejecución.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71271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latin typeface="Aptos" panose="020B0004020202020204" pitchFamily="34" charset="0"/>
                        </a:rPr>
                        <a:t>Tupla (tuple)</a:t>
                      </a:r>
                      <a:endParaRPr lang="en-US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Aptos" panose="020B0004020202020204" pitchFamily="34" charset="0"/>
                        </a:rPr>
                        <a:t>Ordenada e inmutable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Aptos" panose="020B0004020202020204" pitchFamily="34" charset="0"/>
                        </a:rPr>
                        <a:t>Representar datos que no deben modificarse, como coordenadas o constantes.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89067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latin typeface="Aptos" panose="020B0004020202020204" pitchFamily="34" charset="0"/>
                        </a:rPr>
                        <a:t>Diccionario (dict)</a:t>
                      </a:r>
                      <a:endParaRPr lang="en-US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Aptos" panose="020B0004020202020204" pitchFamily="34" charset="0"/>
                        </a:rPr>
                        <a:t>Pares clave-valor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Aptos" panose="020B0004020202020204" pitchFamily="34" charset="0"/>
                        </a:rPr>
                        <a:t>Organizar información asociando nombres con valores o propiedades.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33931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latin typeface="Aptos" panose="020B0004020202020204" pitchFamily="34" charset="0"/>
                        </a:rPr>
                        <a:t>Conjunto (set)</a:t>
                      </a:r>
                      <a:endParaRPr lang="en-US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Aptos" panose="020B0004020202020204" pitchFamily="34" charset="0"/>
                        </a:rPr>
                        <a:t>No ordenado, elementos únicos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latin typeface="Aptos" panose="020B0004020202020204" pitchFamily="34" charset="0"/>
                        </a:rPr>
                        <a:t>Eliminar</a:t>
                      </a:r>
                      <a:r>
                        <a:rPr lang="en-US" dirty="0">
                          <a:latin typeface="Aptos" panose="020B0004020202020204" pitchFamily="34" charset="0"/>
                        </a:rPr>
                        <a:t> </a:t>
                      </a:r>
                      <a:r>
                        <a:rPr lang="en-US" dirty="0" err="1">
                          <a:latin typeface="Aptos" panose="020B0004020202020204" pitchFamily="34" charset="0"/>
                        </a:rPr>
                        <a:t>duplicados</a:t>
                      </a:r>
                      <a:r>
                        <a:rPr lang="en-US" dirty="0">
                          <a:latin typeface="Aptos" panose="020B0004020202020204" pitchFamily="34" charset="0"/>
                        </a:rPr>
                        <a:t> o </a:t>
                      </a:r>
                      <a:r>
                        <a:rPr lang="en-US" dirty="0" err="1">
                          <a:latin typeface="Aptos" panose="020B0004020202020204" pitchFamily="34" charset="0"/>
                        </a:rPr>
                        <a:t>realizar</a:t>
                      </a:r>
                      <a:r>
                        <a:rPr lang="en-US" dirty="0">
                          <a:latin typeface="Aptos" panose="020B0004020202020204" pitchFamily="34" charset="0"/>
                        </a:rPr>
                        <a:t> </a:t>
                      </a:r>
                      <a:r>
                        <a:rPr lang="en-US" dirty="0" err="1">
                          <a:latin typeface="Aptos" panose="020B0004020202020204" pitchFamily="34" charset="0"/>
                        </a:rPr>
                        <a:t>operaciones</a:t>
                      </a:r>
                      <a:r>
                        <a:rPr lang="en-US" dirty="0">
                          <a:latin typeface="Aptos" panose="020B0004020202020204" pitchFamily="34" charset="0"/>
                        </a:rPr>
                        <a:t> de </a:t>
                      </a:r>
                      <a:r>
                        <a:rPr lang="en-US" dirty="0" err="1">
                          <a:latin typeface="Aptos" panose="020B0004020202020204" pitchFamily="34" charset="0"/>
                        </a:rPr>
                        <a:t>teoría</a:t>
                      </a:r>
                      <a:r>
                        <a:rPr lang="en-US" dirty="0">
                          <a:latin typeface="Aptos" panose="020B0004020202020204" pitchFamily="34" charset="0"/>
                        </a:rPr>
                        <a:t> de conjuntos.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63855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72802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D122D-6A54-1E9E-7235-3A0FC4C29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>
                <a:latin typeface="Aptos" panose="020B0004020202020204" pitchFamily="34" charset="0"/>
              </a:rPr>
              <a:t>Ejemplos</a:t>
            </a:r>
            <a:endParaRPr lang="en-US" dirty="0">
              <a:latin typeface="Aptos" panose="020B0004020202020204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9ED52C9-061B-A7B0-3C8A-2A92B013E9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626005" y="1663215"/>
            <a:ext cx="4939990" cy="4585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39891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1592E-B718-8BBD-4244-65242C179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>
                <a:latin typeface="Aptos" panose="020B0004020202020204" pitchFamily="34" charset="0"/>
              </a:rPr>
              <a:t>¿Qué es </a:t>
            </a:r>
            <a:r>
              <a:rPr lang="es-419" dirty="0" err="1">
                <a:latin typeface="Aptos" panose="020B0004020202020204" pitchFamily="34" charset="0"/>
              </a:rPr>
              <a:t>NumPy</a:t>
            </a:r>
            <a:r>
              <a:rPr lang="es-419" dirty="0">
                <a:latin typeface="Aptos" panose="020B0004020202020204" pitchFamily="34" charset="0"/>
              </a:rPr>
              <a:t>?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815157-B930-9734-053E-9D6829BC3B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2057400"/>
            <a:ext cx="9872871" cy="797312"/>
          </a:xfrm>
        </p:spPr>
        <p:txBody>
          <a:bodyPr/>
          <a:lstStyle/>
          <a:p>
            <a:r>
              <a:rPr lang="en-US" b="1" dirty="0">
                <a:latin typeface="Aptos" panose="020B0004020202020204" pitchFamily="34" charset="0"/>
              </a:rPr>
              <a:t>NumPy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dirty="0" err="1">
                <a:latin typeface="Aptos" panose="020B0004020202020204" pitchFamily="34" charset="0"/>
              </a:rPr>
              <a:t>proporciona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dirty="0" err="1">
                <a:latin typeface="Aptos" panose="020B0004020202020204" pitchFamily="34" charset="0"/>
              </a:rPr>
              <a:t>estructuras</a:t>
            </a:r>
            <a:r>
              <a:rPr lang="en-US" dirty="0">
                <a:latin typeface="Aptos" panose="020B0004020202020204" pitchFamily="34" charset="0"/>
              </a:rPr>
              <a:t> de </a:t>
            </a:r>
            <a:r>
              <a:rPr lang="en-US" dirty="0" err="1">
                <a:latin typeface="Aptos" panose="020B0004020202020204" pitchFamily="34" charset="0"/>
              </a:rPr>
              <a:t>datos</a:t>
            </a:r>
            <a:r>
              <a:rPr lang="en-US" dirty="0">
                <a:latin typeface="Aptos" panose="020B0004020202020204" pitchFamily="34" charset="0"/>
              </a:rPr>
              <a:t> y </a:t>
            </a:r>
            <a:r>
              <a:rPr lang="en-US" dirty="0" err="1">
                <a:latin typeface="Aptos" panose="020B0004020202020204" pitchFamily="34" charset="0"/>
              </a:rPr>
              <a:t>funciones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dirty="0" err="1">
                <a:latin typeface="Aptos" panose="020B0004020202020204" pitchFamily="34" charset="0"/>
              </a:rPr>
              <a:t>optimizadas</a:t>
            </a:r>
            <a:r>
              <a:rPr lang="en-US" dirty="0">
                <a:latin typeface="Aptos" panose="020B0004020202020204" pitchFamily="34" charset="0"/>
              </a:rPr>
              <a:t> para </a:t>
            </a:r>
            <a:r>
              <a:rPr lang="en-US" dirty="0" err="1">
                <a:latin typeface="Aptos" panose="020B0004020202020204" pitchFamily="34" charset="0"/>
              </a:rPr>
              <a:t>realizar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dirty="0" err="1">
                <a:latin typeface="Aptos" panose="020B0004020202020204" pitchFamily="34" charset="0"/>
              </a:rPr>
              <a:t>operaciones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dirty="0" err="1">
                <a:latin typeface="Aptos" panose="020B0004020202020204" pitchFamily="34" charset="0"/>
              </a:rPr>
              <a:t>numéricas</a:t>
            </a:r>
            <a:r>
              <a:rPr lang="en-US" dirty="0">
                <a:latin typeface="Aptos" panose="020B0004020202020204" pitchFamily="34" charset="0"/>
              </a:rPr>
              <a:t> de </a:t>
            </a:r>
            <a:r>
              <a:rPr lang="en-US" dirty="0" err="1">
                <a:latin typeface="Aptos" panose="020B0004020202020204" pitchFamily="34" charset="0"/>
              </a:rPr>
              <a:t>manera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dirty="0" err="1">
                <a:latin typeface="Aptos" panose="020B0004020202020204" pitchFamily="34" charset="0"/>
              </a:rPr>
              <a:t>eficiente</a:t>
            </a:r>
            <a:r>
              <a:rPr lang="en-US" dirty="0">
                <a:latin typeface="Aptos" panose="020B0004020202020204" pitchFamily="34" charset="0"/>
              </a:rPr>
              <a:t>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8685200-95C6-2E16-4401-D489C52B7536}"/>
              </a:ext>
            </a:extLst>
          </p:cNvPr>
          <p:cNvSpPr txBox="1">
            <a:spLocks/>
          </p:cNvSpPr>
          <p:nvPr/>
        </p:nvSpPr>
        <p:spPr>
          <a:xfrm>
            <a:off x="2040278" y="3247028"/>
            <a:ext cx="4402874" cy="797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18288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accent1"/>
              </a:buClr>
              <a:buSzPct val="80000"/>
              <a:buFont typeface="Corbel" pitchFamily="34" charset="0"/>
              <a:buChar char="•"/>
              <a:defRPr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>
              <a:buNone/>
            </a:pPr>
            <a:r>
              <a:rPr lang="en-US" sz="2100" b="1" dirty="0" err="1">
                <a:latin typeface="Aptos" panose="020B0004020202020204" pitchFamily="34" charset="0"/>
              </a:rPr>
              <a:t>Creación</a:t>
            </a:r>
            <a:r>
              <a:rPr lang="en-US" sz="2100" b="1" dirty="0">
                <a:latin typeface="Aptos" panose="020B0004020202020204" pitchFamily="34" charset="0"/>
              </a:rPr>
              <a:t> de </a:t>
            </a:r>
            <a:r>
              <a:rPr lang="en-US" sz="2100" b="1" dirty="0" err="1">
                <a:latin typeface="Aptos" panose="020B0004020202020204" pitchFamily="34" charset="0"/>
              </a:rPr>
              <a:t>arreglos</a:t>
            </a:r>
            <a:endParaRPr lang="en-US" sz="2100" dirty="0">
              <a:latin typeface="Aptos" panose="020B0004020202020204" pitchFamily="34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67DC22F-1A83-FF2F-7F51-05FCF71A4639}"/>
              </a:ext>
            </a:extLst>
          </p:cNvPr>
          <p:cNvSpPr txBox="1">
            <a:spLocks/>
          </p:cNvSpPr>
          <p:nvPr/>
        </p:nvSpPr>
        <p:spPr>
          <a:xfrm>
            <a:off x="6096000" y="3247028"/>
            <a:ext cx="3867938" cy="797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18288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accent1"/>
              </a:buClr>
              <a:buSzPct val="80000"/>
              <a:buFont typeface="Corbel" pitchFamily="34" charset="0"/>
              <a:buChar char="•"/>
              <a:defRPr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 algn="r">
              <a:buNone/>
            </a:pPr>
            <a:r>
              <a:rPr lang="en-US" sz="2100" b="1" dirty="0" err="1">
                <a:latin typeface="Aptos" panose="020B0004020202020204" pitchFamily="34" charset="0"/>
              </a:rPr>
              <a:t>Operaciones</a:t>
            </a:r>
            <a:r>
              <a:rPr lang="en-US" sz="2100" b="1" dirty="0">
                <a:latin typeface="Aptos" panose="020B0004020202020204" pitchFamily="34" charset="0"/>
              </a:rPr>
              <a:t> </a:t>
            </a:r>
            <a:r>
              <a:rPr lang="en-US" sz="2100" b="1" dirty="0" err="1">
                <a:latin typeface="Aptos" panose="020B0004020202020204" pitchFamily="34" charset="0"/>
              </a:rPr>
              <a:t>vectorizadas</a:t>
            </a:r>
            <a:endParaRPr lang="en-US" sz="2100" dirty="0">
              <a:latin typeface="Aptos" panose="020B00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51592C6-0D15-6AA4-F1AE-D69690AA8B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8766" y="3645684"/>
            <a:ext cx="3429000" cy="242047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668D4D9-D78E-4718-7F83-FE3EF1337C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4664" y="3645684"/>
            <a:ext cx="3352403" cy="124893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C34F169-0324-E045-BE05-4A70C19215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4664" y="4972762"/>
            <a:ext cx="3352403" cy="486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535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CBE195-92DE-59AD-6CAE-86C18F1D9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5DF56-4178-DD97-A33E-7CB229AD9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>
                <a:latin typeface="Aptos" panose="020B0004020202020204" pitchFamily="34" charset="0"/>
              </a:rPr>
              <a:t>Vectorización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501571-EE1A-9F6E-BC4D-A96122A608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8410" y="2386784"/>
            <a:ext cx="3352404" cy="2834641"/>
          </a:xfrm>
        </p:spPr>
        <p:txBody>
          <a:bodyPr>
            <a:normAutofit/>
          </a:bodyPr>
          <a:lstStyle/>
          <a:p>
            <a:r>
              <a:rPr lang="en-US" b="1" dirty="0" err="1">
                <a:latin typeface="Aptos" panose="020B0004020202020204" pitchFamily="34" charset="0"/>
              </a:rPr>
              <a:t>Ventajas</a:t>
            </a:r>
            <a:endParaRPr lang="en-US" b="1" dirty="0">
              <a:latin typeface="Aptos" panose="020B0004020202020204" pitchFamily="34" charset="0"/>
            </a:endParaRPr>
          </a:p>
          <a:p>
            <a:r>
              <a:rPr lang="en-US" dirty="0">
                <a:latin typeface="Aptos" panose="020B0004020202020204" pitchFamily="34" charset="0"/>
              </a:rPr>
              <a:t>Código </a:t>
            </a:r>
            <a:r>
              <a:rPr lang="en-US" dirty="0" err="1">
                <a:latin typeface="Aptos" panose="020B0004020202020204" pitchFamily="34" charset="0"/>
              </a:rPr>
              <a:t>más</a:t>
            </a:r>
            <a:r>
              <a:rPr lang="en-US" dirty="0">
                <a:latin typeface="Aptos" panose="020B0004020202020204" pitchFamily="34" charset="0"/>
              </a:rPr>
              <a:t> corto. </a:t>
            </a:r>
          </a:p>
          <a:p>
            <a:r>
              <a:rPr lang="en-US" dirty="0">
                <a:latin typeface="Aptos" panose="020B0004020202020204" pitchFamily="34" charset="0"/>
              </a:rPr>
              <a:t>Mayor </a:t>
            </a:r>
            <a:r>
              <a:rPr lang="en-US" dirty="0" err="1">
                <a:latin typeface="Aptos" panose="020B0004020202020204" pitchFamily="34" charset="0"/>
              </a:rPr>
              <a:t>velocidad</a:t>
            </a:r>
            <a:r>
              <a:rPr lang="en-US" dirty="0">
                <a:latin typeface="Aptos" panose="020B0004020202020204" pitchFamily="34" charset="0"/>
              </a:rPr>
              <a:t>. </a:t>
            </a:r>
          </a:p>
          <a:p>
            <a:r>
              <a:rPr lang="en-US" dirty="0">
                <a:latin typeface="Aptos" panose="020B0004020202020204" pitchFamily="34" charset="0"/>
              </a:rPr>
              <a:t>Menor </a:t>
            </a:r>
            <a:r>
              <a:rPr lang="en-US" dirty="0" err="1">
                <a:latin typeface="Aptos" panose="020B0004020202020204" pitchFamily="34" charset="0"/>
              </a:rPr>
              <a:t>probabilidad</a:t>
            </a:r>
            <a:r>
              <a:rPr lang="en-US" dirty="0">
                <a:latin typeface="Aptos" panose="020B0004020202020204" pitchFamily="34" charset="0"/>
              </a:rPr>
              <a:t> de </a:t>
            </a:r>
            <a:r>
              <a:rPr lang="en-US" dirty="0" err="1">
                <a:latin typeface="Aptos" panose="020B0004020202020204" pitchFamily="34" charset="0"/>
              </a:rPr>
              <a:t>errores</a:t>
            </a:r>
            <a:r>
              <a:rPr lang="en-US" dirty="0">
                <a:latin typeface="Aptos" panose="020B0004020202020204" pitchFamily="34" charset="0"/>
              </a:rPr>
              <a:t>. </a:t>
            </a:r>
          </a:p>
          <a:p>
            <a:r>
              <a:rPr lang="en-US" dirty="0">
                <a:latin typeface="Aptos" panose="020B0004020202020204" pitchFamily="34" charset="0"/>
              </a:rPr>
              <a:t>Mejor </a:t>
            </a:r>
            <a:r>
              <a:rPr lang="en-US" dirty="0" err="1">
                <a:latin typeface="Aptos" panose="020B0004020202020204" pitchFamily="34" charset="0"/>
              </a:rPr>
              <a:t>legibilidad</a:t>
            </a:r>
            <a:r>
              <a:rPr lang="en-US" dirty="0">
                <a:latin typeface="Aptos" panose="020B0004020202020204" pitchFamily="34" charset="0"/>
              </a:rPr>
              <a:t>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B72F8D9-CC7C-4B2B-3016-2918D98D3A94}"/>
              </a:ext>
            </a:extLst>
          </p:cNvPr>
          <p:cNvSpPr txBox="1">
            <a:spLocks/>
          </p:cNvSpPr>
          <p:nvPr/>
        </p:nvSpPr>
        <p:spPr>
          <a:xfrm>
            <a:off x="5329751" y="2382632"/>
            <a:ext cx="4402874" cy="4532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18288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accent1"/>
              </a:buClr>
              <a:buSzPct val="80000"/>
              <a:buFont typeface="Corbel" pitchFamily="34" charset="0"/>
              <a:buChar char="•"/>
              <a:defRPr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>
              <a:buNone/>
            </a:pPr>
            <a:r>
              <a:rPr lang="en-US" sz="2100" b="1" dirty="0" err="1">
                <a:latin typeface="Aptos" panose="020B0004020202020204" pitchFamily="34" charset="0"/>
              </a:rPr>
              <a:t>Método</a:t>
            </a:r>
            <a:r>
              <a:rPr lang="en-US" sz="2100" b="1" dirty="0">
                <a:latin typeface="Aptos" panose="020B0004020202020204" pitchFamily="34" charset="0"/>
              </a:rPr>
              <a:t> </a:t>
            </a:r>
            <a:r>
              <a:rPr lang="en-US" sz="2100" b="1" dirty="0" err="1">
                <a:latin typeface="Aptos" panose="020B0004020202020204" pitchFamily="34" charset="0"/>
              </a:rPr>
              <a:t>tradicional</a:t>
            </a:r>
            <a:endParaRPr lang="en-US" sz="2100" dirty="0">
              <a:latin typeface="Aptos" panose="020B0004020202020204" pitchFamily="34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D78B4A2-683F-EF58-C8FF-DEFF91CAFE51}"/>
              </a:ext>
            </a:extLst>
          </p:cNvPr>
          <p:cNvSpPr txBox="1">
            <a:spLocks/>
          </p:cNvSpPr>
          <p:nvPr/>
        </p:nvSpPr>
        <p:spPr>
          <a:xfrm>
            <a:off x="5472069" y="4528910"/>
            <a:ext cx="3867938" cy="4532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18288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accent1"/>
              </a:buClr>
              <a:buSzPct val="80000"/>
              <a:buFont typeface="Corbel" pitchFamily="34" charset="0"/>
              <a:buChar char="•"/>
              <a:defRPr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>
              <a:buNone/>
            </a:pPr>
            <a:r>
              <a:rPr lang="es-419" sz="2100" b="1" dirty="0">
                <a:latin typeface="Aptos" panose="020B0004020202020204" pitchFamily="34" charset="0"/>
              </a:rPr>
              <a:t>M</a:t>
            </a:r>
            <a:r>
              <a:rPr lang="en-US" sz="2100" b="1" dirty="0" err="1">
                <a:latin typeface="Aptos" panose="020B0004020202020204" pitchFamily="34" charset="0"/>
              </a:rPr>
              <a:t>étodo</a:t>
            </a:r>
            <a:r>
              <a:rPr lang="en-US" sz="2100" b="1" dirty="0">
                <a:latin typeface="Aptos" panose="020B0004020202020204" pitchFamily="34" charset="0"/>
              </a:rPr>
              <a:t> </a:t>
            </a:r>
            <a:r>
              <a:rPr lang="en-US" sz="2100" b="1" dirty="0" err="1">
                <a:latin typeface="Aptos" panose="020B0004020202020204" pitchFamily="34" charset="0"/>
              </a:rPr>
              <a:t>Vectorizado</a:t>
            </a:r>
            <a:endParaRPr lang="en-US" sz="2100" dirty="0">
              <a:latin typeface="Aptos" panose="020B00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B4987BD-5E05-42F3-369A-259B55533F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8360" y="2835209"/>
            <a:ext cx="4026853" cy="132419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6DDEA26-7BEF-72F4-779A-259277617A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2069" y="4994812"/>
            <a:ext cx="4020562" cy="453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8841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90727-98E1-BAB5-0CED-D49E89DFF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ptos" panose="020B0004020202020204" pitchFamily="34" charset="0"/>
              </a:rPr>
              <a:t>Pandas: </a:t>
            </a:r>
            <a:r>
              <a:rPr lang="en-US" dirty="0" err="1">
                <a:latin typeface="Aptos" panose="020B0004020202020204" pitchFamily="34" charset="0"/>
              </a:rPr>
              <a:t>Organizando</a:t>
            </a:r>
            <a:r>
              <a:rPr lang="en-US" dirty="0">
                <a:latin typeface="Aptos" panose="020B0004020202020204" pitchFamily="34" charset="0"/>
              </a:rPr>
              <a:t> y </a:t>
            </a:r>
            <a:r>
              <a:rPr lang="en-US" dirty="0" err="1">
                <a:latin typeface="Aptos" panose="020B0004020202020204" pitchFamily="34" charset="0"/>
              </a:rPr>
              <a:t>explorando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s-419" dirty="0">
                <a:latin typeface="Aptos" panose="020B0004020202020204" pitchFamily="34" charset="0"/>
              </a:rPr>
              <a:t>datos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CA7A5-6F9A-43D5-7D83-F5053B82D9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1" y="2057400"/>
            <a:ext cx="4953000" cy="1356360"/>
          </a:xfrm>
        </p:spPr>
        <p:txBody>
          <a:bodyPr>
            <a:normAutofit lnSpcReduction="10000"/>
          </a:bodyPr>
          <a:lstStyle/>
          <a:p>
            <a:pPr marL="45720" indent="0">
              <a:buNone/>
            </a:pPr>
            <a:r>
              <a:rPr lang="en-US" b="1" dirty="0">
                <a:latin typeface="Aptos" panose="020B0004020202020204" pitchFamily="34" charset="0"/>
              </a:rPr>
              <a:t>¿</a:t>
            </a:r>
            <a:r>
              <a:rPr lang="en-US" b="1" dirty="0" err="1">
                <a:latin typeface="Aptos" panose="020B0004020202020204" pitchFamily="34" charset="0"/>
              </a:rPr>
              <a:t>Qué</a:t>
            </a:r>
            <a:r>
              <a:rPr lang="en-US" b="1" dirty="0">
                <a:latin typeface="Aptos" panose="020B0004020202020204" pitchFamily="34" charset="0"/>
              </a:rPr>
              <a:t> es Pandas?</a:t>
            </a:r>
          </a:p>
          <a:p>
            <a:pPr marL="45720" indent="0">
              <a:buNone/>
            </a:pPr>
            <a:r>
              <a:rPr lang="en-US" dirty="0">
                <a:latin typeface="Aptos" panose="020B0004020202020204" pitchFamily="34" charset="0"/>
              </a:rPr>
              <a:t>Pandas </a:t>
            </a:r>
            <a:r>
              <a:rPr lang="en-US" dirty="0" err="1">
                <a:latin typeface="Aptos" panose="020B0004020202020204" pitchFamily="34" charset="0"/>
              </a:rPr>
              <a:t>proporciona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dirty="0" err="1">
                <a:latin typeface="Aptos" panose="020B0004020202020204" pitchFamily="34" charset="0"/>
              </a:rPr>
              <a:t>estructuras</a:t>
            </a:r>
            <a:r>
              <a:rPr lang="en-US" dirty="0">
                <a:latin typeface="Aptos" panose="020B0004020202020204" pitchFamily="34" charset="0"/>
              </a:rPr>
              <a:t> de </a:t>
            </a:r>
            <a:r>
              <a:rPr lang="en-US" dirty="0" err="1">
                <a:latin typeface="Aptos" panose="020B0004020202020204" pitchFamily="34" charset="0"/>
              </a:rPr>
              <a:t>datos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dirty="0" err="1">
                <a:latin typeface="Aptos" panose="020B0004020202020204" pitchFamily="34" charset="0"/>
              </a:rPr>
              <a:t>que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dirty="0" err="1">
                <a:latin typeface="Aptos" panose="020B0004020202020204" pitchFamily="34" charset="0"/>
              </a:rPr>
              <a:t>permiten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dirty="0" err="1">
                <a:latin typeface="Aptos" panose="020B0004020202020204" pitchFamily="34" charset="0"/>
              </a:rPr>
              <a:t>organizar</a:t>
            </a:r>
            <a:r>
              <a:rPr lang="en-US" dirty="0">
                <a:latin typeface="Aptos" panose="020B0004020202020204" pitchFamily="34" charset="0"/>
              </a:rPr>
              <a:t>, </a:t>
            </a:r>
            <a:r>
              <a:rPr lang="en-US" dirty="0" err="1">
                <a:latin typeface="Aptos" panose="020B0004020202020204" pitchFamily="34" charset="0"/>
              </a:rPr>
              <a:t>explorar</a:t>
            </a:r>
            <a:r>
              <a:rPr lang="en-US" dirty="0">
                <a:latin typeface="Aptos" panose="020B0004020202020204" pitchFamily="34" charset="0"/>
              </a:rPr>
              <a:t> y </a:t>
            </a:r>
            <a:r>
              <a:rPr lang="en-US" dirty="0" err="1">
                <a:latin typeface="Aptos" panose="020B0004020202020204" pitchFamily="34" charset="0"/>
              </a:rPr>
              <a:t>analizar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dirty="0" err="1">
                <a:latin typeface="Aptos" panose="020B0004020202020204" pitchFamily="34" charset="0"/>
              </a:rPr>
              <a:t>información</a:t>
            </a:r>
            <a:r>
              <a:rPr lang="en-US" dirty="0">
                <a:latin typeface="Aptos" panose="020B0004020202020204" pitchFamily="34" charset="0"/>
              </a:rPr>
              <a:t> tabular.</a:t>
            </a:r>
          </a:p>
          <a:p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BEEC6C8-9D37-BE9A-EE61-8148CBBAF713}"/>
              </a:ext>
            </a:extLst>
          </p:cNvPr>
          <p:cNvSpPr txBox="1">
            <a:spLocks/>
          </p:cNvSpPr>
          <p:nvPr/>
        </p:nvSpPr>
        <p:spPr>
          <a:xfrm>
            <a:off x="1143000" y="3693759"/>
            <a:ext cx="3745104" cy="37711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18288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accent1"/>
              </a:buClr>
              <a:buSzPct val="80000"/>
              <a:buFont typeface="Corbel" pitchFamily="34" charset="0"/>
              <a:buChar char="•"/>
              <a:defRPr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>
              <a:buNone/>
            </a:pPr>
            <a:r>
              <a:rPr lang="en-US" sz="2100" b="1" dirty="0">
                <a:latin typeface="Aptos" panose="020B0004020202020204" pitchFamily="34" charset="0"/>
              </a:rPr>
              <a:t>Crear un </a:t>
            </a:r>
            <a:r>
              <a:rPr lang="en-US" sz="2100" b="1" dirty="0" err="1">
                <a:latin typeface="Aptos" panose="020B0004020202020204" pitchFamily="34" charset="0"/>
              </a:rPr>
              <a:t>DataFrame</a:t>
            </a:r>
            <a:endParaRPr lang="en-US" sz="2100" dirty="0">
              <a:latin typeface="Aptos" panose="020B00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183BEFB-39BA-557C-A3DB-9F862D5BBD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4196514"/>
            <a:ext cx="3745104" cy="2084328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8E707D2-1B06-F149-ED62-AB03DDCF7A53}"/>
              </a:ext>
            </a:extLst>
          </p:cNvPr>
          <p:cNvSpPr txBox="1">
            <a:spLocks/>
          </p:cNvSpPr>
          <p:nvPr/>
        </p:nvSpPr>
        <p:spPr>
          <a:xfrm>
            <a:off x="7125478" y="2057400"/>
            <a:ext cx="3745104" cy="37711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18288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accent1"/>
              </a:buClr>
              <a:buSzPct val="80000"/>
              <a:buFont typeface="Corbel" pitchFamily="34" charset="0"/>
              <a:buChar char="•"/>
              <a:defRPr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>
              <a:buNone/>
            </a:pPr>
            <a:r>
              <a:rPr lang="en-US" sz="2100" b="1" dirty="0" err="1">
                <a:latin typeface="Aptos" panose="020B0004020202020204" pitchFamily="34" charset="0"/>
              </a:rPr>
              <a:t>Operaciones</a:t>
            </a:r>
            <a:r>
              <a:rPr lang="en-US" sz="2100" b="1" dirty="0">
                <a:latin typeface="Aptos" panose="020B0004020202020204" pitchFamily="34" charset="0"/>
              </a:rPr>
              <a:t> </a:t>
            </a:r>
            <a:r>
              <a:rPr lang="en-US" sz="2100" b="1" dirty="0" err="1">
                <a:latin typeface="Aptos" panose="020B0004020202020204" pitchFamily="34" charset="0"/>
              </a:rPr>
              <a:t>Frecuentes</a:t>
            </a:r>
            <a:endParaRPr lang="en-US" sz="2100" dirty="0">
              <a:latin typeface="Aptos" panose="020B00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814BC6A-4A71-8CD3-0BD0-BBFFC9A253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0967" y="2726948"/>
            <a:ext cx="3048607" cy="3521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2364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73276-1BF3-A5A5-476E-9E266E801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ptos" panose="020B0004020202020204" pitchFamily="34" charset="0"/>
              </a:rPr>
              <a:t>Matplotlib: La </a:t>
            </a:r>
            <a:r>
              <a:rPr lang="en-US" dirty="0" err="1">
                <a:latin typeface="Aptos" panose="020B0004020202020204" pitchFamily="34" charset="0"/>
              </a:rPr>
              <a:t>visualización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dirty="0" err="1">
                <a:latin typeface="Aptos" panose="020B0004020202020204" pitchFamily="34" charset="0"/>
              </a:rPr>
              <a:t>como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dirty="0" err="1">
                <a:latin typeface="Aptos" panose="020B0004020202020204" pitchFamily="34" charset="0"/>
              </a:rPr>
              <a:t>herramienta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dirty="0" err="1">
                <a:latin typeface="Aptos" panose="020B0004020202020204" pitchFamily="34" charset="0"/>
              </a:rPr>
              <a:t>científica</a:t>
            </a:r>
            <a:endParaRPr lang="en-US" dirty="0">
              <a:latin typeface="Aptos" panose="020B0004020202020204" pitchFamily="34" charset="0"/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AE532ACA-247E-A0AA-5E91-A3EA317171A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57511908"/>
              </p:ext>
            </p:extLst>
          </p:nvPr>
        </p:nvGraphicFramePr>
        <p:xfrm>
          <a:off x="1143000" y="3752385"/>
          <a:ext cx="9872662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36331">
                  <a:extLst>
                    <a:ext uri="{9D8B030D-6E8A-4147-A177-3AD203B41FA5}">
                      <a16:colId xmlns:a16="http://schemas.microsoft.com/office/drawing/2014/main" val="2871529145"/>
                    </a:ext>
                  </a:extLst>
                </a:gridCol>
                <a:gridCol w="4936331">
                  <a:extLst>
                    <a:ext uri="{9D8B030D-6E8A-4147-A177-3AD203B41FA5}">
                      <a16:colId xmlns:a16="http://schemas.microsoft.com/office/drawing/2014/main" val="6764394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Aptos" panose="020B0004020202020204" pitchFamily="34" charset="0"/>
                        </a:rPr>
                        <a:t>Tipo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Aptos" panose="020B0004020202020204" pitchFamily="34" charset="0"/>
                        </a:rPr>
                        <a:t>Aplicación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42599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Aptos" panose="020B0004020202020204" pitchFamily="34" charset="0"/>
                        </a:rPr>
                        <a:t>plot()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Aptos" panose="020B0004020202020204" pitchFamily="34" charset="0"/>
                        </a:rPr>
                        <a:t>Funciones continuas, series temporales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54078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Aptos" panose="020B0004020202020204" pitchFamily="34" charset="0"/>
                        </a:rPr>
                        <a:t>scatter()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Aptos" panose="020B0004020202020204" pitchFamily="34" charset="0"/>
                        </a:rPr>
                        <a:t>Datos experimentales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27639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Aptos" panose="020B0004020202020204" pitchFamily="34" charset="0"/>
                        </a:rPr>
                        <a:t>hist()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Aptos" panose="020B0004020202020204" pitchFamily="34" charset="0"/>
                        </a:rPr>
                        <a:t>Distribución de datos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89809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Aptos" panose="020B0004020202020204" pitchFamily="34" charset="0"/>
                        </a:rPr>
                        <a:t>bar()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Aptos" panose="020B0004020202020204" pitchFamily="34" charset="0"/>
                        </a:rPr>
                        <a:t>Comparación de categorías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06961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Aptos" panose="020B0004020202020204" pitchFamily="34" charset="0"/>
                        </a:rPr>
                        <a:t>imshow()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latin typeface="Aptos" panose="020B0004020202020204" pitchFamily="34" charset="0"/>
                        </a:rPr>
                        <a:t>Imágenes</a:t>
                      </a:r>
                      <a:r>
                        <a:rPr lang="en-US" dirty="0">
                          <a:latin typeface="Aptos" panose="020B0004020202020204" pitchFamily="34" charset="0"/>
                        </a:rPr>
                        <a:t> y matrices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7743048"/>
                  </a:ext>
                </a:extLst>
              </a:tr>
            </a:tbl>
          </a:graphicData>
        </a:graphic>
      </p:graphicFrame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259E108-9F5D-2F19-4928-D80A44A1EB17}"/>
              </a:ext>
            </a:extLst>
          </p:cNvPr>
          <p:cNvSpPr txBox="1">
            <a:spLocks/>
          </p:cNvSpPr>
          <p:nvPr/>
        </p:nvSpPr>
        <p:spPr>
          <a:xfrm>
            <a:off x="1143000" y="2127652"/>
            <a:ext cx="9872870" cy="14630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18288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accent1"/>
              </a:buClr>
              <a:buSzPct val="80000"/>
              <a:buFont typeface="Corbel" pitchFamily="34" charset="0"/>
              <a:buChar char="•"/>
              <a:defRPr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>
              <a:buNone/>
            </a:pPr>
            <a:r>
              <a:rPr lang="en-US" b="1" dirty="0"/>
              <a:t>¿</a:t>
            </a:r>
            <a:r>
              <a:rPr lang="en-US" b="1" dirty="0" err="1"/>
              <a:t>Qué</a:t>
            </a:r>
            <a:r>
              <a:rPr lang="en-US" b="1" dirty="0"/>
              <a:t> es Matplotlib?</a:t>
            </a:r>
          </a:p>
          <a:p>
            <a:pPr marL="45720" indent="0">
              <a:buNone/>
            </a:pPr>
            <a:r>
              <a:rPr lang="en-US" b="1" dirty="0"/>
              <a:t>Matplotlib</a:t>
            </a:r>
            <a:r>
              <a:rPr lang="en-US" dirty="0"/>
              <a:t> es la </a:t>
            </a:r>
            <a:r>
              <a:rPr lang="en-US" dirty="0" err="1"/>
              <a:t>biblioteca</a:t>
            </a:r>
            <a:r>
              <a:rPr lang="en-US" dirty="0"/>
              <a:t> </a:t>
            </a:r>
            <a:r>
              <a:rPr lang="en-US" dirty="0" err="1"/>
              <a:t>estándar</a:t>
            </a:r>
            <a:r>
              <a:rPr lang="en-US" dirty="0"/>
              <a:t> de Python para </a:t>
            </a:r>
            <a:r>
              <a:rPr lang="en-US" dirty="0" err="1"/>
              <a:t>crear</a:t>
            </a:r>
            <a:r>
              <a:rPr lang="en-US" dirty="0"/>
              <a:t> </a:t>
            </a:r>
            <a:r>
              <a:rPr lang="en-US" dirty="0" err="1"/>
              <a:t>visualizaciones</a:t>
            </a:r>
            <a:r>
              <a:rPr lang="en-US" dirty="0"/>
              <a:t> </a:t>
            </a:r>
            <a:r>
              <a:rPr lang="en-US" dirty="0" err="1"/>
              <a:t>científicas</a:t>
            </a:r>
            <a:r>
              <a:rPr lang="en-US" dirty="0"/>
              <a:t>.</a:t>
            </a:r>
          </a:p>
          <a:p>
            <a:pPr marL="45720" indent="0">
              <a:buNone/>
            </a:pPr>
            <a:r>
              <a:rPr lang="en-US" dirty="0" err="1"/>
              <a:t>Permite</a:t>
            </a:r>
            <a:r>
              <a:rPr lang="en-US" dirty="0"/>
              <a:t> </a:t>
            </a:r>
            <a:r>
              <a:rPr lang="en-US" dirty="0" err="1"/>
              <a:t>representar</a:t>
            </a:r>
            <a:r>
              <a:rPr lang="en-US" dirty="0"/>
              <a:t> </a:t>
            </a:r>
            <a:r>
              <a:rPr lang="en-US" dirty="0" err="1"/>
              <a:t>datos</a:t>
            </a:r>
            <a:r>
              <a:rPr lang="en-US" dirty="0"/>
              <a:t> de forma </a:t>
            </a:r>
            <a:r>
              <a:rPr lang="en-US" dirty="0" err="1"/>
              <a:t>clara</a:t>
            </a:r>
            <a:r>
              <a:rPr lang="en-US" dirty="0"/>
              <a:t>, </a:t>
            </a:r>
            <a:r>
              <a:rPr lang="en-US" dirty="0" err="1"/>
              <a:t>precisa</a:t>
            </a:r>
            <a:r>
              <a:rPr lang="en-US" dirty="0"/>
              <a:t> y </a:t>
            </a:r>
            <a:r>
              <a:rPr lang="en-US" dirty="0" err="1"/>
              <a:t>personalizable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6318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09C0BCD-BEE9-423F-A51C-BCCD8E5EAA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998D094-42B2-42BA-AA14-E8FBE073A5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465D64B-59F4-4BDC-B833-A17EF1E046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63FE6F10-B3AD-4403-94CA-F51155286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2100" cy="6377939"/>
          </a:xfrm>
          <a:prstGeom prst="rect">
            <a:avLst/>
          </a:prstGeom>
          <a:solidFill>
            <a:schemeClr val="bg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364D6A39-A4F7-4B00-9F42-3BC67177DB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2944" y="246887"/>
            <a:ext cx="4397755" cy="6377939"/>
          </a:xfrm>
          <a:prstGeom prst="rect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3553ADF-88A1-4645-B819-890CA3DF7D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370284" y="4405863"/>
            <a:ext cx="2763075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B5D0D97D-7911-4A25-88E2-4D81FD4AB2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00" y="246888"/>
            <a:ext cx="11724640" cy="6377939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B2BC25-8D8A-A51A-ED05-F216881CB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5138" y="857675"/>
            <a:ext cx="3113366" cy="362284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85000"/>
              </a:lnSpc>
            </a:pPr>
            <a:r>
              <a:rPr lang="en-US" sz="5400" b="1" cap="all">
                <a:solidFill>
                  <a:srgbClr val="FFFFFF"/>
                </a:solidFill>
              </a:rPr>
              <a:t>Ejemplo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BED5F92-FBF8-716A-1750-F8CE897819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t="-2700" b="-9600"/>
          <a:stretch>
            <a:fillRect/>
          </a:stretch>
        </p:blipFill>
        <p:spPr>
          <a:xfrm>
            <a:off x="1693165" y="474035"/>
            <a:ext cx="4397755" cy="6383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5037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F7A18-DA5B-264F-6235-B97EB3F7D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ptos" panose="020B0004020202020204" pitchFamily="34" charset="0"/>
              </a:rPr>
              <a:t>¿</a:t>
            </a:r>
            <a:r>
              <a:rPr lang="en-US" dirty="0" err="1">
                <a:latin typeface="Aptos" panose="020B0004020202020204" pitchFamily="34" charset="0"/>
              </a:rPr>
              <a:t>Cómo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dirty="0" err="1">
                <a:latin typeface="Aptos" panose="020B0004020202020204" pitchFamily="34" charset="0"/>
              </a:rPr>
              <a:t>construir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dirty="0" err="1">
                <a:latin typeface="Aptos" panose="020B0004020202020204" pitchFamily="34" charset="0"/>
              </a:rPr>
              <a:t>una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dirty="0" err="1">
                <a:latin typeface="Aptos" panose="020B0004020202020204" pitchFamily="34" charset="0"/>
              </a:rPr>
              <a:t>buena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dirty="0" err="1">
                <a:latin typeface="Aptos" panose="020B0004020202020204" pitchFamily="34" charset="0"/>
              </a:rPr>
              <a:t>gráfica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dirty="0" err="1">
                <a:latin typeface="Aptos" panose="020B0004020202020204" pitchFamily="34" charset="0"/>
              </a:rPr>
              <a:t>científica</a:t>
            </a:r>
            <a:r>
              <a:rPr lang="en-US" dirty="0">
                <a:latin typeface="Aptos" panose="020B0004020202020204" pitchFamily="34" charset="0"/>
              </a:rPr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25D5AE-4D23-29AA-4457-F27A1A5304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2057400"/>
            <a:ext cx="9872871" cy="3852746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en-US" b="1" dirty="0"/>
              <a:t>Una </a:t>
            </a:r>
            <a:r>
              <a:rPr lang="en-US" b="1" dirty="0" err="1"/>
              <a:t>buena</a:t>
            </a:r>
            <a:r>
              <a:rPr lang="en-US" b="1" dirty="0"/>
              <a:t> </a:t>
            </a:r>
            <a:r>
              <a:rPr lang="en-US" b="1" dirty="0" err="1"/>
              <a:t>gráfica</a:t>
            </a:r>
            <a:r>
              <a:rPr lang="en-US" b="1" dirty="0"/>
              <a:t> </a:t>
            </a:r>
            <a:r>
              <a:rPr lang="en-US" b="1" dirty="0" err="1"/>
              <a:t>debe</a:t>
            </a:r>
            <a:r>
              <a:rPr lang="en-US" b="1" dirty="0"/>
              <a:t> </a:t>
            </a:r>
            <a:r>
              <a:rPr lang="en-US" b="1" dirty="0" err="1"/>
              <a:t>tener</a:t>
            </a:r>
            <a:r>
              <a:rPr lang="en-US" b="1" dirty="0"/>
              <a:t>:</a:t>
            </a:r>
          </a:p>
          <a:p>
            <a:pPr marL="45720" indent="0">
              <a:buNone/>
            </a:pPr>
            <a:r>
              <a:rPr lang="en-US" dirty="0"/>
              <a:t>✔ </a:t>
            </a:r>
            <a:r>
              <a:rPr lang="en-US" dirty="0" err="1"/>
              <a:t>Título</a:t>
            </a:r>
            <a:r>
              <a:rPr lang="en-US" dirty="0"/>
              <a:t> claro</a:t>
            </a:r>
          </a:p>
          <a:p>
            <a:pPr marL="45720" indent="0">
              <a:buNone/>
            </a:pPr>
            <a:r>
              <a:rPr lang="en-US" dirty="0"/>
              <a:t>✔ </a:t>
            </a:r>
            <a:r>
              <a:rPr lang="en-US" dirty="0" err="1"/>
              <a:t>Etiquetas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ambos </a:t>
            </a:r>
            <a:r>
              <a:rPr lang="en-US" dirty="0" err="1"/>
              <a:t>ejes</a:t>
            </a:r>
            <a:endParaRPr lang="en-US" dirty="0"/>
          </a:p>
          <a:p>
            <a:pPr marL="45720" indent="0">
              <a:buNone/>
            </a:pPr>
            <a:r>
              <a:rPr lang="en-US" dirty="0"/>
              <a:t>✔ </a:t>
            </a:r>
            <a:r>
              <a:rPr lang="en-US" dirty="0" err="1"/>
              <a:t>Unidades</a:t>
            </a:r>
            <a:endParaRPr lang="en-US" dirty="0"/>
          </a:p>
          <a:p>
            <a:pPr marL="45720" indent="0">
              <a:buNone/>
            </a:pPr>
            <a:r>
              <a:rPr lang="en-US" dirty="0"/>
              <a:t>✔ Escalas </a:t>
            </a:r>
            <a:r>
              <a:rPr lang="en-US" dirty="0" err="1"/>
              <a:t>apropiadas</a:t>
            </a:r>
            <a:endParaRPr lang="en-US" dirty="0"/>
          </a:p>
          <a:p>
            <a:pPr marL="45720" indent="0">
              <a:buNone/>
            </a:pPr>
            <a:r>
              <a:rPr lang="en-US" dirty="0"/>
              <a:t>✔ Leyenda (cuando </a:t>
            </a:r>
            <a:r>
              <a:rPr lang="en-US" dirty="0" err="1"/>
              <a:t>haya</a:t>
            </a:r>
            <a:r>
              <a:rPr lang="en-US" dirty="0"/>
              <a:t> </a:t>
            </a:r>
            <a:r>
              <a:rPr lang="en-US" dirty="0" err="1"/>
              <a:t>varias</a:t>
            </a:r>
            <a:r>
              <a:rPr lang="en-US" dirty="0"/>
              <a:t> curvas)</a:t>
            </a:r>
          </a:p>
          <a:p>
            <a:pPr marL="45720" indent="0">
              <a:buNone/>
            </a:pPr>
            <a:r>
              <a:rPr lang="en-US" dirty="0"/>
              <a:t>✔ </a:t>
            </a:r>
            <a:r>
              <a:rPr lang="en-US" dirty="0" err="1"/>
              <a:t>Cuadrícula</a:t>
            </a:r>
            <a:r>
              <a:rPr lang="en-US" dirty="0"/>
              <a:t> (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facilita</a:t>
            </a:r>
            <a:r>
              <a:rPr lang="en-US" dirty="0"/>
              <a:t> la </a:t>
            </a:r>
            <a:r>
              <a:rPr lang="en-US" dirty="0" err="1"/>
              <a:t>lectura</a:t>
            </a:r>
            <a:r>
              <a:rPr lang="en-US" dirty="0"/>
              <a:t>)</a:t>
            </a:r>
          </a:p>
          <a:p>
            <a:pPr marL="45720" indent="0">
              <a:buNone/>
            </a:pPr>
            <a:r>
              <a:rPr lang="en-US" dirty="0"/>
              <a:t>✔ Colores </a:t>
            </a:r>
            <a:r>
              <a:rPr lang="en-US" dirty="0" err="1"/>
              <a:t>distinguibles</a:t>
            </a:r>
            <a:endParaRPr lang="en-US" dirty="0"/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7658209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D888C-CC1F-A2E6-4D30-24B3E9E53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SciPy: </a:t>
            </a:r>
            <a:r>
              <a:rPr lang="en-US" dirty="0" err="1"/>
              <a:t>Algoritmos</a:t>
            </a:r>
            <a:r>
              <a:rPr lang="en-US" dirty="0"/>
              <a:t> </a:t>
            </a:r>
            <a:r>
              <a:rPr lang="en-US" dirty="0" err="1"/>
              <a:t>científicos</a:t>
            </a:r>
            <a:r>
              <a:rPr lang="en-US" dirty="0"/>
              <a:t> </a:t>
            </a:r>
            <a:r>
              <a:rPr lang="en-US" dirty="0" err="1"/>
              <a:t>listos</a:t>
            </a:r>
            <a:r>
              <a:rPr lang="en-US" dirty="0"/>
              <a:t> para usar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A07246C3-D8CC-1C94-418B-66A5E70E806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59758619"/>
              </p:ext>
            </p:extLst>
          </p:nvPr>
        </p:nvGraphicFramePr>
        <p:xfrm>
          <a:off x="1143000" y="3588463"/>
          <a:ext cx="9872662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36331">
                  <a:extLst>
                    <a:ext uri="{9D8B030D-6E8A-4147-A177-3AD203B41FA5}">
                      <a16:colId xmlns:a16="http://schemas.microsoft.com/office/drawing/2014/main" val="1812917232"/>
                    </a:ext>
                  </a:extLst>
                </a:gridCol>
                <a:gridCol w="4936331">
                  <a:extLst>
                    <a:ext uri="{9D8B030D-6E8A-4147-A177-3AD203B41FA5}">
                      <a16:colId xmlns:a16="http://schemas.microsoft.com/office/drawing/2014/main" val="29652511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Módulo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Aplicación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56677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scipy.optimize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Optimización y ajuste de modelos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23505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scipy.integrate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Integración numérica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5212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scipy.interpolate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Interpolación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82300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scipy.linalg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Álgebra lineal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97011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scipy.signal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Procesamiento de señales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14949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scipy.stats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Estadística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303774"/>
                  </a:ext>
                </a:extLst>
              </a:tr>
            </a:tbl>
          </a:graphicData>
        </a:graphic>
      </p:graphicFrame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37B3F64-73D8-D461-DC80-80D91E0E8FBA}"/>
              </a:ext>
            </a:extLst>
          </p:cNvPr>
          <p:cNvSpPr txBox="1">
            <a:spLocks/>
          </p:cNvSpPr>
          <p:nvPr/>
        </p:nvSpPr>
        <p:spPr>
          <a:xfrm>
            <a:off x="1143000" y="2127652"/>
            <a:ext cx="9872870" cy="11954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18288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accent1"/>
              </a:buClr>
              <a:buSzPct val="80000"/>
              <a:buFont typeface="Corbel" pitchFamily="34" charset="0"/>
              <a:buChar char="•"/>
              <a:defRPr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>
              <a:buNone/>
            </a:pPr>
            <a:r>
              <a:rPr lang="en-US" b="1" dirty="0"/>
              <a:t>¿</a:t>
            </a:r>
            <a:r>
              <a:rPr lang="en-US" b="1" dirty="0" err="1"/>
              <a:t>Qué</a:t>
            </a:r>
            <a:r>
              <a:rPr lang="en-US" b="1" dirty="0"/>
              <a:t> es SciPy?</a:t>
            </a:r>
          </a:p>
          <a:p>
            <a:pPr marL="45720" indent="0">
              <a:buNone/>
            </a:pPr>
            <a:r>
              <a:rPr lang="en-US" dirty="0"/>
              <a:t>SciPy </a:t>
            </a:r>
            <a:r>
              <a:rPr lang="en-US" dirty="0" err="1"/>
              <a:t>amplía</a:t>
            </a:r>
            <a:r>
              <a:rPr lang="en-US" dirty="0"/>
              <a:t> las </a:t>
            </a:r>
            <a:r>
              <a:rPr lang="en-US" dirty="0" err="1"/>
              <a:t>capacidades</a:t>
            </a:r>
            <a:r>
              <a:rPr lang="en-US" dirty="0"/>
              <a:t> de NumPy </a:t>
            </a:r>
            <a:r>
              <a:rPr lang="en-US" dirty="0" err="1"/>
              <a:t>incorporando</a:t>
            </a:r>
            <a:r>
              <a:rPr lang="en-US" dirty="0"/>
              <a:t> </a:t>
            </a:r>
            <a:r>
              <a:rPr lang="en-US" dirty="0" err="1"/>
              <a:t>algoritmos</a:t>
            </a:r>
            <a:r>
              <a:rPr lang="en-US" dirty="0"/>
              <a:t> para resolver </a:t>
            </a:r>
            <a:r>
              <a:rPr lang="en-US" dirty="0" err="1"/>
              <a:t>problemas</a:t>
            </a:r>
            <a:r>
              <a:rPr lang="en-US" dirty="0"/>
              <a:t> </a:t>
            </a:r>
            <a:r>
              <a:rPr lang="en-US" dirty="0" err="1"/>
              <a:t>científicos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70655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8D308-96AE-00EE-1735-1326334F2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latin typeface="Aptos" panose="020B0004020202020204" pitchFamily="34" charset="0"/>
              </a:rPr>
              <a:t>Buenas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dirty="0" err="1">
                <a:latin typeface="Aptos" panose="020B0004020202020204" pitchFamily="34" charset="0"/>
              </a:rPr>
              <a:t>prácticas</a:t>
            </a:r>
            <a:r>
              <a:rPr lang="en-US" dirty="0">
                <a:latin typeface="Aptos" panose="020B0004020202020204" pitchFamily="34" charset="0"/>
              </a:rPr>
              <a:t> para el </a:t>
            </a:r>
            <a:r>
              <a:rPr lang="en-US" dirty="0" err="1">
                <a:latin typeface="Aptos" panose="020B0004020202020204" pitchFamily="34" charset="0"/>
              </a:rPr>
              <a:t>desarrollo</a:t>
            </a:r>
            <a:r>
              <a:rPr lang="en-US" dirty="0">
                <a:latin typeface="Aptos" panose="020B0004020202020204" pitchFamily="34" charset="0"/>
              </a:rPr>
              <a:t> de Notebooks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CE67FB-7E25-0397-C9E9-E49BBEBBE3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" indent="0">
              <a:buNone/>
            </a:pPr>
            <a:r>
              <a:rPr lang="en-US" b="1" dirty="0" err="1"/>
              <a:t>Título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dirty="0" err="1"/>
              <a:t>identifica</a:t>
            </a:r>
            <a:r>
              <a:rPr lang="en-US" dirty="0"/>
              <a:t> el trabajo. </a:t>
            </a:r>
          </a:p>
          <a:p>
            <a:pPr marL="45720" indent="0">
              <a:buNone/>
            </a:pPr>
            <a:r>
              <a:rPr lang="en-US" b="1" dirty="0" err="1"/>
              <a:t>Objetivo</a:t>
            </a:r>
            <a:r>
              <a:rPr lang="en-US" b="1" dirty="0"/>
              <a:t>:</a:t>
            </a:r>
            <a:r>
              <a:rPr lang="en-US" dirty="0"/>
              <a:t> define </a:t>
            </a:r>
            <a:r>
              <a:rPr lang="en-US" dirty="0" err="1"/>
              <a:t>claramente</a:t>
            </a:r>
            <a:r>
              <a:rPr lang="en-US" dirty="0"/>
              <a:t> el </a:t>
            </a:r>
            <a:r>
              <a:rPr lang="en-US" dirty="0" err="1"/>
              <a:t>propósito</a:t>
            </a:r>
            <a:r>
              <a:rPr lang="en-US" dirty="0"/>
              <a:t>. </a:t>
            </a:r>
          </a:p>
          <a:p>
            <a:pPr marL="45720" indent="0">
              <a:buNone/>
            </a:pPr>
            <a:r>
              <a:rPr lang="en-US" b="1" dirty="0" err="1"/>
              <a:t>Importación</a:t>
            </a:r>
            <a:r>
              <a:rPr lang="en-US" b="1" dirty="0"/>
              <a:t> de </a:t>
            </a:r>
            <a:r>
              <a:rPr lang="en-US" b="1" dirty="0" err="1"/>
              <a:t>librerías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dirty="0" err="1"/>
              <a:t>facilita</a:t>
            </a:r>
            <a:r>
              <a:rPr lang="en-US" dirty="0"/>
              <a:t> </a:t>
            </a:r>
            <a:r>
              <a:rPr lang="en-US" dirty="0" err="1"/>
              <a:t>conocer</a:t>
            </a:r>
            <a:r>
              <a:rPr lang="en-US" dirty="0"/>
              <a:t> las </a:t>
            </a:r>
            <a:r>
              <a:rPr lang="en-US" dirty="0" err="1"/>
              <a:t>dependencias</a:t>
            </a:r>
            <a:r>
              <a:rPr lang="en-US" dirty="0"/>
              <a:t>. </a:t>
            </a:r>
          </a:p>
          <a:p>
            <a:pPr marL="45720" indent="0">
              <a:buNone/>
            </a:pPr>
            <a:r>
              <a:rPr lang="en-US" b="1" dirty="0" err="1"/>
              <a:t>Parámetros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dirty="0" err="1"/>
              <a:t>evita</a:t>
            </a:r>
            <a:r>
              <a:rPr lang="en-US" dirty="0"/>
              <a:t> </a:t>
            </a:r>
            <a:r>
              <a:rPr lang="en-US" dirty="0" err="1"/>
              <a:t>modificar</a:t>
            </a:r>
            <a:r>
              <a:rPr lang="en-US" dirty="0"/>
              <a:t> </a:t>
            </a:r>
            <a:r>
              <a:rPr lang="en-US" dirty="0" err="1"/>
              <a:t>valores</a:t>
            </a:r>
            <a:r>
              <a:rPr lang="en-US" dirty="0"/>
              <a:t> </a:t>
            </a:r>
            <a:r>
              <a:rPr lang="en-US" dirty="0" err="1"/>
              <a:t>dispersos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el </a:t>
            </a:r>
            <a:r>
              <a:rPr lang="en-US" dirty="0" err="1"/>
              <a:t>código</a:t>
            </a:r>
            <a:r>
              <a:rPr lang="en-US" dirty="0"/>
              <a:t>. </a:t>
            </a:r>
          </a:p>
          <a:p>
            <a:pPr marL="45720" indent="0">
              <a:buNone/>
            </a:pPr>
            <a:r>
              <a:rPr lang="en-US" b="1" dirty="0"/>
              <a:t>Datos:</a:t>
            </a:r>
            <a:r>
              <a:rPr lang="en-US" dirty="0"/>
              <a:t> </a:t>
            </a:r>
            <a:r>
              <a:rPr lang="en-US" dirty="0" err="1"/>
              <a:t>especifica</a:t>
            </a:r>
            <a:r>
              <a:rPr lang="en-US" dirty="0"/>
              <a:t> el </a:t>
            </a:r>
            <a:r>
              <a:rPr lang="en-US" dirty="0" err="1"/>
              <a:t>origen</a:t>
            </a:r>
            <a:r>
              <a:rPr lang="en-US" dirty="0"/>
              <a:t> o la forma de </a:t>
            </a:r>
            <a:r>
              <a:rPr lang="en-US" dirty="0" err="1"/>
              <a:t>generarlos</a:t>
            </a:r>
            <a:r>
              <a:rPr lang="en-US" dirty="0"/>
              <a:t>. </a:t>
            </a:r>
          </a:p>
          <a:p>
            <a:pPr marL="45720" indent="0">
              <a:buNone/>
            </a:pPr>
            <a:r>
              <a:rPr lang="en-US" b="1" dirty="0" err="1"/>
              <a:t>Procesamiento</a:t>
            </a:r>
            <a:r>
              <a:rPr lang="en-US" b="1" dirty="0"/>
              <a:t>:</a:t>
            </a:r>
            <a:r>
              <a:rPr lang="en-US" dirty="0"/>
              <a:t> describe el </a:t>
            </a:r>
            <a:r>
              <a:rPr lang="en-US" dirty="0" err="1"/>
              <a:t>análisis</a:t>
            </a:r>
            <a:r>
              <a:rPr lang="en-US" dirty="0"/>
              <a:t> </a:t>
            </a:r>
            <a:r>
              <a:rPr lang="en-US" dirty="0" err="1"/>
              <a:t>realizado</a:t>
            </a:r>
            <a:r>
              <a:rPr lang="en-US" dirty="0"/>
              <a:t>. </a:t>
            </a:r>
          </a:p>
          <a:p>
            <a:pPr marL="45720" indent="0">
              <a:buNone/>
            </a:pPr>
            <a:r>
              <a:rPr lang="en-US" b="1" dirty="0" err="1"/>
              <a:t>Visualización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dirty="0" err="1"/>
              <a:t>comunica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resultados</a:t>
            </a:r>
            <a:r>
              <a:rPr lang="en-US" dirty="0"/>
              <a:t>. </a:t>
            </a:r>
          </a:p>
          <a:p>
            <a:pPr marL="45720" indent="0">
              <a:buNone/>
            </a:pPr>
            <a:r>
              <a:rPr lang="en-US" b="1" dirty="0" err="1"/>
              <a:t>Conclusiones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dirty="0" err="1"/>
              <a:t>interpretan</a:t>
            </a:r>
            <a:r>
              <a:rPr lang="en-US" dirty="0"/>
              <a:t> el </a:t>
            </a:r>
            <a:r>
              <a:rPr lang="en-US" dirty="0" err="1"/>
              <a:t>significado</a:t>
            </a:r>
            <a:r>
              <a:rPr lang="en-US" dirty="0"/>
              <a:t> de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resultados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72947438"/>
      </p:ext>
    </p:extLst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Basis</Template>
  <TotalTime>182</TotalTime>
  <Words>1627</Words>
  <Application>Microsoft Office PowerPoint</Application>
  <PresentationFormat>Widescreen</PresentationFormat>
  <Paragraphs>269</Paragraphs>
  <Slides>16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Arial</vt:lpstr>
      <vt:lpstr>Corbel</vt:lpstr>
      <vt:lpstr>Courier New</vt:lpstr>
      <vt:lpstr>Basis</vt:lpstr>
      <vt:lpstr>Repaso de computación científica</vt:lpstr>
      <vt:lpstr>Objetivos</vt:lpstr>
      <vt:lpstr>¿Cuál de estas librerías consideran más importante?</vt:lpstr>
      <vt:lpstr>¿Qué es la computación científica?</vt:lpstr>
      <vt:lpstr>PowerPoint Presentation</vt:lpstr>
      <vt:lpstr>Repaso de Python</vt:lpstr>
      <vt:lpstr>Estructuras de Datos Fundamentales</vt:lpstr>
      <vt:lpstr>Ejemplos</vt:lpstr>
      <vt:lpstr>¿Qué es NumPy?</vt:lpstr>
      <vt:lpstr>Vectorización</vt:lpstr>
      <vt:lpstr>Pandas: Organizando y explorando datos</vt:lpstr>
      <vt:lpstr>Matplotlib: La visualización como herramienta científica</vt:lpstr>
      <vt:lpstr>Ejemplo</vt:lpstr>
      <vt:lpstr>¿Cómo construir una buena gráfica científica?</vt:lpstr>
      <vt:lpstr>SciPy: Algoritmos científicos listos para usar</vt:lpstr>
      <vt:lpstr>Buenas prácticas para el desarrollo de Notebooks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Susana Aubad</dc:creator>
  <cp:lastModifiedBy>Susana Aubad</cp:lastModifiedBy>
  <cp:revision>1</cp:revision>
  <dcterms:created xsi:type="dcterms:W3CDTF">2026-07-05T12:47:20Z</dcterms:created>
  <dcterms:modified xsi:type="dcterms:W3CDTF">2026-07-05T15:49:23Z</dcterms:modified>
</cp:coreProperties>
</file>