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Aubad" userId="32317a57359ede49" providerId="LiveId" clId="{BB13A0FB-EA75-4472-8239-E4B35A7187C0}"/>
    <pc:docChg chg="custSel modSld">
      <pc:chgData name="Susana Aubad" userId="32317a57359ede49" providerId="LiveId" clId="{BB13A0FB-EA75-4472-8239-E4B35A7187C0}" dt="2026-07-15T18:26:40.553" v="0" actId="26606"/>
      <pc:docMkLst>
        <pc:docMk/>
      </pc:docMkLst>
      <pc:sldChg chg="addSp delSp modSp mod setBg">
        <pc:chgData name="Susana Aubad" userId="32317a57359ede49" providerId="LiveId" clId="{BB13A0FB-EA75-4472-8239-E4B35A7187C0}" dt="2026-07-15T18:26:40.553" v="0" actId="26606"/>
        <pc:sldMkLst>
          <pc:docMk/>
          <pc:sldMk cId="1129706138" sldId="257"/>
        </pc:sldMkLst>
        <pc:spChg chg="mod">
          <ac:chgData name="Susana Aubad" userId="32317a57359ede49" providerId="LiveId" clId="{BB13A0FB-EA75-4472-8239-E4B35A7187C0}" dt="2026-07-15T18:26:40.553" v="0" actId="26606"/>
          <ac:spMkLst>
            <pc:docMk/>
            <pc:sldMk cId="1129706138" sldId="257"/>
            <ac:spMk id="2" creationId="{98664A0C-6D1C-7D08-CB56-2E18640D089C}"/>
          </ac:spMkLst>
        </pc:spChg>
        <pc:spChg chg="del">
          <ac:chgData name="Susana Aubad" userId="32317a57359ede49" providerId="LiveId" clId="{BB13A0FB-EA75-4472-8239-E4B35A7187C0}" dt="2026-07-15T18:26:40.553" v="0" actId="26606"/>
          <ac:spMkLst>
            <pc:docMk/>
            <pc:sldMk cId="1129706138" sldId="257"/>
            <ac:spMk id="3" creationId="{5725A2E5-DCB1-C599-634C-1EB79F33D56C}"/>
          </ac:spMkLst>
        </pc:spChg>
        <pc:graphicFrameChg chg="add">
          <ac:chgData name="Susana Aubad" userId="32317a57359ede49" providerId="LiveId" clId="{BB13A0FB-EA75-4472-8239-E4B35A7187C0}" dt="2026-07-15T18:26:40.553" v="0" actId="26606"/>
          <ac:graphicFrameMkLst>
            <pc:docMk/>
            <pc:sldMk cId="1129706138" sldId="257"/>
            <ac:graphicFrameMk id="5" creationId="{847E9DF7-E332-F6D0-C83D-24AFABE4A25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0BD79E-3EE1-4D76-AE37-A6A2F3B81CC6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53FCA8E-3392-4DDB-A2D3-1415DCF86880}">
      <dgm:prSet/>
      <dgm:spPr/>
      <dgm:t>
        <a:bodyPr/>
        <a:lstStyle/>
        <a:p>
          <a:r>
            <a:rPr lang="en-US"/>
            <a:t>Comprender cómo representa un computador los números reales. </a:t>
          </a:r>
        </a:p>
      </dgm:t>
    </dgm:pt>
    <dgm:pt modelId="{BD1BCDE0-D298-49D3-B25D-B30EB82B1ADE}" type="parTrans" cxnId="{33DAE0BF-887A-4EDF-9772-44B4A9A45C7B}">
      <dgm:prSet/>
      <dgm:spPr/>
      <dgm:t>
        <a:bodyPr/>
        <a:lstStyle/>
        <a:p>
          <a:endParaRPr lang="en-US"/>
        </a:p>
      </dgm:t>
    </dgm:pt>
    <dgm:pt modelId="{6ED03F58-375B-48F2-AFB2-887E2B066DD9}" type="sibTrans" cxnId="{33DAE0BF-887A-4EDF-9772-44B4A9A45C7B}">
      <dgm:prSet/>
      <dgm:spPr/>
      <dgm:t>
        <a:bodyPr/>
        <a:lstStyle/>
        <a:p>
          <a:endParaRPr lang="en-US"/>
        </a:p>
      </dgm:t>
    </dgm:pt>
    <dgm:pt modelId="{33B1F5BE-728C-4A53-B37F-3880FA1861E7}">
      <dgm:prSet/>
      <dgm:spPr/>
      <dgm:t>
        <a:bodyPr/>
        <a:lstStyle/>
        <a:p>
          <a:r>
            <a:rPr lang="en-US"/>
            <a:t>Diferenciar errores de redondeo y truncamiento. </a:t>
          </a:r>
        </a:p>
      </dgm:t>
    </dgm:pt>
    <dgm:pt modelId="{3C375566-1577-45AB-8F44-2520FDACBBF6}" type="parTrans" cxnId="{92151FDD-843B-4B6F-85C4-7DD09725B94D}">
      <dgm:prSet/>
      <dgm:spPr/>
      <dgm:t>
        <a:bodyPr/>
        <a:lstStyle/>
        <a:p>
          <a:endParaRPr lang="en-US"/>
        </a:p>
      </dgm:t>
    </dgm:pt>
    <dgm:pt modelId="{2444B709-56F5-4DEE-8555-23592531A39E}" type="sibTrans" cxnId="{92151FDD-843B-4B6F-85C4-7DD09725B94D}">
      <dgm:prSet/>
      <dgm:spPr/>
      <dgm:t>
        <a:bodyPr/>
        <a:lstStyle/>
        <a:p>
          <a:endParaRPr lang="en-US"/>
        </a:p>
      </dgm:t>
    </dgm:pt>
    <dgm:pt modelId="{E71BE691-1AB7-41F5-A24B-DFE911AA8F42}">
      <dgm:prSet/>
      <dgm:spPr/>
      <dgm:t>
        <a:bodyPr/>
        <a:lstStyle/>
        <a:p>
          <a:r>
            <a:rPr lang="en-US"/>
            <a:t>Analizar cómo se propagan los errores en un cálculo. </a:t>
          </a:r>
        </a:p>
      </dgm:t>
    </dgm:pt>
    <dgm:pt modelId="{46B6A0D4-5E5E-4E11-8A6E-7483364AF933}" type="parTrans" cxnId="{53505F14-6FCF-4D75-A4BC-B7C3C29D9051}">
      <dgm:prSet/>
      <dgm:spPr/>
      <dgm:t>
        <a:bodyPr/>
        <a:lstStyle/>
        <a:p>
          <a:endParaRPr lang="en-US"/>
        </a:p>
      </dgm:t>
    </dgm:pt>
    <dgm:pt modelId="{A3D5CF1C-5348-4DE8-A540-2068634A3E56}" type="sibTrans" cxnId="{53505F14-6FCF-4D75-A4BC-B7C3C29D9051}">
      <dgm:prSet/>
      <dgm:spPr/>
      <dgm:t>
        <a:bodyPr/>
        <a:lstStyle/>
        <a:p>
          <a:endParaRPr lang="en-US"/>
        </a:p>
      </dgm:t>
    </dgm:pt>
    <dgm:pt modelId="{EF89D0B9-F53D-4908-947E-D4800D6506F2}">
      <dgm:prSet/>
      <dgm:spPr/>
      <dgm:t>
        <a:bodyPr/>
        <a:lstStyle/>
        <a:p>
          <a:r>
            <a:rPr lang="en-US"/>
            <a:t>Reconocer cuándo un algoritmo es numéricamente estable. </a:t>
          </a:r>
        </a:p>
      </dgm:t>
    </dgm:pt>
    <dgm:pt modelId="{203154C1-E5DE-4CA2-9610-283A05E4D28B}" type="parTrans" cxnId="{BC9EF24C-9E53-4F4E-AE2D-F37CFD15B90B}">
      <dgm:prSet/>
      <dgm:spPr/>
      <dgm:t>
        <a:bodyPr/>
        <a:lstStyle/>
        <a:p>
          <a:endParaRPr lang="en-US"/>
        </a:p>
      </dgm:t>
    </dgm:pt>
    <dgm:pt modelId="{6276A124-1C29-4AB0-B8AA-8E9EAD45B774}" type="sibTrans" cxnId="{BC9EF24C-9E53-4F4E-AE2D-F37CFD15B90B}">
      <dgm:prSet/>
      <dgm:spPr/>
      <dgm:t>
        <a:bodyPr/>
        <a:lstStyle/>
        <a:p>
          <a:endParaRPr lang="en-US"/>
        </a:p>
      </dgm:t>
    </dgm:pt>
    <dgm:pt modelId="{7EB6579D-2565-4461-9580-5A02F10EB80D}">
      <dgm:prSet/>
      <dgm:spPr/>
      <dgm:t>
        <a:bodyPr/>
        <a:lstStyle/>
        <a:p>
          <a:r>
            <a:rPr lang="en-US"/>
            <a:t>Cuantificar el error absoluto y relativo de un resultado. </a:t>
          </a:r>
        </a:p>
      </dgm:t>
    </dgm:pt>
    <dgm:pt modelId="{91466B66-ED56-4A27-B5AE-6D8504A5976B}" type="parTrans" cxnId="{7DAC8830-EF35-4C4B-A84C-4F8B1BEE5919}">
      <dgm:prSet/>
      <dgm:spPr/>
      <dgm:t>
        <a:bodyPr/>
        <a:lstStyle/>
        <a:p>
          <a:endParaRPr lang="en-US"/>
        </a:p>
      </dgm:t>
    </dgm:pt>
    <dgm:pt modelId="{AC96718D-24DB-4F14-8C3E-4834FEEDD242}" type="sibTrans" cxnId="{7DAC8830-EF35-4C4B-A84C-4F8B1BEE5919}">
      <dgm:prSet/>
      <dgm:spPr/>
      <dgm:t>
        <a:bodyPr/>
        <a:lstStyle/>
        <a:p>
          <a:endParaRPr lang="en-US"/>
        </a:p>
      </dgm:t>
    </dgm:pt>
    <dgm:pt modelId="{1BC18E6F-AD13-4088-9902-70330DB31720}">
      <dgm:prSet/>
      <dgm:spPr/>
      <dgm:t>
        <a:bodyPr/>
        <a:lstStyle/>
        <a:p>
          <a:r>
            <a:rPr lang="en-US"/>
            <a:t>Observar estos fenómenos mediante experimentos en Python.</a:t>
          </a:r>
        </a:p>
      </dgm:t>
    </dgm:pt>
    <dgm:pt modelId="{4729B9DC-84F9-4E98-B288-4A13D8FF675E}" type="parTrans" cxnId="{F3F4F260-7787-43D1-8052-9AEA16898537}">
      <dgm:prSet/>
      <dgm:spPr/>
      <dgm:t>
        <a:bodyPr/>
        <a:lstStyle/>
        <a:p>
          <a:endParaRPr lang="en-US"/>
        </a:p>
      </dgm:t>
    </dgm:pt>
    <dgm:pt modelId="{6D8F0B4F-5FB3-4563-852C-4328A485C3FE}" type="sibTrans" cxnId="{F3F4F260-7787-43D1-8052-9AEA16898537}">
      <dgm:prSet/>
      <dgm:spPr/>
      <dgm:t>
        <a:bodyPr/>
        <a:lstStyle/>
        <a:p>
          <a:endParaRPr lang="en-US"/>
        </a:p>
      </dgm:t>
    </dgm:pt>
    <dgm:pt modelId="{DE672823-1647-4F66-86C4-58487E4AB361}" type="pres">
      <dgm:prSet presAssocID="{E70BD79E-3EE1-4D76-AE37-A6A2F3B81CC6}" presName="diagram" presStyleCnt="0">
        <dgm:presLayoutVars>
          <dgm:dir/>
          <dgm:resizeHandles val="exact"/>
        </dgm:presLayoutVars>
      </dgm:prSet>
      <dgm:spPr/>
    </dgm:pt>
    <dgm:pt modelId="{7616756B-EC43-4BF8-A3C3-D1D11F9571F5}" type="pres">
      <dgm:prSet presAssocID="{B53FCA8E-3392-4DDB-A2D3-1415DCF86880}" presName="node" presStyleLbl="node1" presStyleIdx="0" presStyleCnt="6">
        <dgm:presLayoutVars>
          <dgm:bulletEnabled val="1"/>
        </dgm:presLayoutVars>
      </dgm:prSet>
      <dgm:spPr/>
    </dgm:pt>
    <dgm:pt modelId="{147A8EE4-8382-415B-9987-0EEE40615070}" type="pres">
      <dgm:prSet presAssocID="{6ED03F58-375B-48F2-AFB2-887E2B066DD9}" presName="sibTrans" presStyleCnt="0"/>
      <dgm:spPr/>
    </dgm:pt>
    <dgm:pt modelId="{34E212B5-3FA0-4A07-8B57-BF29B78935BD}" type="pres">
      <dgm:prSet presAssocID="{33B1F5BE-728C-4A53-B37F-3880FA1861E7}" presName="node" presStyleLbl="node1" presStyleIdx="1" presStyleCnt="6">
        <dgm:presLayoutVars>
          <dgm:bulletEnabled val="1"/>
        </dgm:presLayoutVars>
      </dgm:prSet>
      <dgm:spPr/>
    </dgm:pt>
    <dgm:pt modelId="{047F86B9-1309-4A68-82BD-39784A131606}" type="pres">
      <dgm:prSet presAssocID="{2444B709-56F5-4DEE-8555-23592531A39E}" presName="sibTrans" presStyleCnt="0"/>
      <dgm:spPr/>
    </dgm:pt>
    <dgm:pt modelId="{2E0200FA-5B1A-4AB2-8BB4-EE53EE516FFA}" type="pres">
      <dgm:prSet presAssocID="{E71BE691-1AB7-41F5-A24B-DFE911AA8F42}" presName="node" presStyleLbl="node1" presStyleIdx="2" presStyleCnt="6">
        <dgm:presLayoutVars>
          <dgm:bulletEnabled val="1"/>
        </dgm:presLayoutVars>
      </dgm:prSet>
      <dgm:spPr/>
    </dgm:pt>
    <dgm:pt modelId="{04C6D903-BAB1-4EA0-A1E3-FF09609444C2}" type="pres">
      <dgm:prSet presAssocID="{A3D5CF1C-5348-4DE8-A540-2068634A3E56}" presName="sibTrans" presStyleCnt="0"/>
      <dgm:spPr/>
    </dgm:pt>
    <dgm:pt modelId="{8455DD1A-C152-44BB-91CE-E566D58D0CA3}" type="pres">
      <dgm:prSet presAssocID="{EF89D0B9-F53D-4908-947E-D4800D6506F2}" presName="node" presStyleLbl="node1" presStyleIdx="3" presStyleCnt="6">
        <dgm:presLayoutVars>
          <dgm:bulletEnabled val="1"/>
        </dgm:presLayoutVars>
      </dgm:prSet>
      <dgm:spPr/>
    </dgm:pt>
    <dgm:pt modelId="{18A1B5A9-791F-410D-9D9E-86BB5F56841D}" type="pres">
      <dgm:prSet presAssocID="{6276A124-1C29-4AB0-B8AA-8E9EAD45B774}" presName="sibTrans" presStyleCnt="0"/>
      <dgm:spPr/>
    </dgm:pt>
    <dgm:pt modelId="{EB828A5B-3E00-4D0D-AC2D-8B01026560D4}" type="pres">
      <dgm:prSet presAssocID="{7EB6579D-2565-4461-9580-5A02F10EB80D}" presName="node" presStyleLbl="node1" presStyleIdx="4" presStyleCnt="6">
        <dgm:presLayoutVars>
          <dgm:bulletEnabled val="1"/>
        </dgm:presLayoutVars>
      </dgm:prSet>
      <dgm:spPr/>
    </dgm:pt>
    <dgm:pt modelId="{81F4C38A-DD0F-44E0-BC6B-F944140EF595}" type="pres">
      <dgm:prSet presAssocID="{AC96718D-24DB-4F14-8C3E-4834FEEDD242}" presName="sibTrans" presStyleCnt="0"/>
      <dgm:spPr/>
    </dgm:pt>
    <dgm:pt modelId="{8B92952D-F319-4205-8BCF-AFE39B980B24}" type="pres">
      <dgm:prSet presAssocID="{1BC18E6F-AD13-4088-9902-70330DB31720}" presName="node" presStyleLbl="node1" presStyleIdx="5" presStyleCnt="6">
        <dgm:presLayoutVars>
          <dgm:bulletEnabled val="1"/>
        </dgm:presLayoutVars>
      </dgm:prSet>
      <dgm:spPr/>
    </dgm:pt>
  </dgm:ptLst>
  <dgm:cxnLst>
    <dgm:cxn modelId="{BA348E12-05AE-4CE4-8D30-8B729640B7A5}" type="presOf" srcId="{E71BE691-1AB7-41F5-A24B-DFE911AA8F42}" destId="{2E0200FA-5B1A-4AB2-8BB4-EE53EE516FFA}" srcOrd="0" destOrd="0" presId="urn:microsoft.com/office/officeart/2005/8/layout/default"/>
    <dgm:cxn modelId="{53505F14-6FCF-4D75-A4BC-B7C3C29D9051}" srcId="{E70BD79E-3EE1-4D76-AE37-A6A2F3B81CC6}" destId="{E71BE691-1AB7-41F5-A24B-DFE911AA8F42}" srcOrd="2" destOrd="0" parTransId="{46B6A0D4-5E5E-4E11-8A6E-7483364AF933}" sibTransId="{A3D5CF1C-5348-4DE8-A540-2068634A3E56}"/>
    <dgm:cxn modelId="{7DAC8830-EF35-4C4B-A84C-4F8B1BEE5919}" srcId="{E70BD79E-3EE1-4D76-AE37-A6A2F3B81CC6}" destId="{7EB6579D-2565-4461-9580-5A02F10EB80D}" srcOrd="4" destOrd="0" parTransId="{91466B66-ED56-4A27-B5AE-6D8504A5976B}" sibTransId="{AC96718D-24DB-4F14-8C3E-4834FEEDD242}"/>
    <dgm:cxn modelId="{4535A55F-BFC3-42BD-A9E6-86C0D79F0E19}" type="presOf" srcId="{7EB6579D-2565-4461-9580-5A02F10EB80D}" destId="{EB828A5B-3E00-4D0D-AC2D-8B01026560D4}" srcOrd="0" destOrd="0" presId="urn:microsoft.com/office/officeart/2005/8/layout/default"/>
    <dgm:cxn modelId="{F3F4F260-7787-43D1-8052-9AEA16898537}" srcId="{E70BD79E-3EE1-4D76-AE37-A6A2F3B81CC6}" destId="{1BC18E6F-AD13-4088-9902-70330DB31720}" srcOrd="5" destOrd="0" parTransId="{4729B9DC-84F9-4E98-B288-4A13D8FF675E}" sibTransId="{6D8F0B4F-5FB3-4563-852C-4328A485C3FE}"/>
    <dgm:cxn modelId="{69B76743-DA7B-4830-9254-8A90B01B1D05}" type="presOf" srcId="{E70BD79E-3EE1-4D76-AE37-A6A2F3B81CC6}" destId="{DE672823-1647-4F66-86C4-58487E4AB361}" srcOrd="0" destOrd="0" presId="urn:microsoft.com/office/officeart/2005/8/layout/default"/>
    <dgm:cxn modelId="{85AC6668-2584-4094-A8D4-3DE61ABE3BC5}" type="presOf" srcId="{B53FCA8E-3392-4DDB-A2D3-1415DCF86880}" destId="{7616756B-EC43-4BF8-A3C3-D1D11F9571F5}" srcOrd="0" destOrd="0" presId="urn:microsoft.com/office/officeart/2005/8/layout/default"/>
    <dgm:cxn modelId="{BC9EF24C-9E53-4F4E-AE2D-F37CFD15B90B}" srcId="{E70BD79E-3EE1-4D76-AE37-A6A2F3B81CC6}" destId="{EF89D0B9-F53D-4908-947E-D4800D6506F2}" srcOrd="3" destOrd="0" parTransId="{203154C1-E5DE-4CA2-9610-283A05E4D28B}" sibTransId="{6276A124-1C29-4AB0-B8AA-8E9EAD45B774}"/>
    <dgm:cxn modelId="{33DAE0BF-887A-4EDF-9772-44B4A9A45C7B}" srcId="{E70BD79E-3EE1-4D76-AE37-A6A2F3B81CC6}" destId="{B53FCA8E-3392-4DDB-A2D3-1415DCF86880}" srcOrd="0" destOrd="0" parTransId="{BD1BCDE0-D298-49D3-B25D-B30EB82B1ADE}" sibTransId="{6ED03F58-375B-48F2-AFB2-887E2B066DD9}"/>
    <dgm:cxn modelId="{88916CC9-E078-449B-A86C-6794E8AFF176}" type="presOf" srcId="{33B1F5BE-728C-4A53-B37F-3880FA1861E7}" destId="{34E212B5-3FA0-4A07-8B57-BF29B78935BD}" srcOrd="0" destOrd="0" presId="urn:microsoft.com/office/officeart/2005/8/layout/default"/>
    <dgm:cxn modelId="{3F40DDC9-D6E4-4DD7-97D1-80E14126455E}" type="presOf" srcId="{1BC18E6F-AD13-4088-9902-70330DB31720}" destId="{8B92952D-F319-4205-8BCF-AFE39B980B24}" srcOrd="0" destOrd="0" presId="urn:microsoft.com/office/officeart/2005/8/layout/default"/>
    <dgm:cxn modelId="{92151FDD-843B-4B6F-85C4-7DD09725B94D}" srcId="{E70BD79E-3EE1-4D76-AE37-A6A2F3B81CC6}" destId="{33B1F5BE-728C-4A53-B37F-3880FA1861E7}" srcOrd="1" destOrd="0" parTransId="{3C375566-1577-45AB-8F44-2520FDACBBF6}" sibTransId="{2444B709-56F5-4DEE-8555-23592531A39E}"/>
    <dgm:cxn modelId="{D03E0CF6-FBAB-4520-9EA0-BBECB42D28F5}" type="presOf" srcId="{EF89D0B9-F53D-4908-947E-D4800D6506F2}" destId="{8455DD1A-C152-44BB-91CE-E566D58D0CA3}" srcOrd="0" destOrd="0" presId="urn:microsoft.com/office/officeart/2005/8/layout/default"/>
    <dgm:cxn modelId="{AB23CF59-B846-47DC-BBBD-ABA17E9CEB74}" type="presParOf" srcId="{DE672823-1647-4F66-86C4-58487E4AB361}" destId="{7616756B-EC43-4BF8-A3C3-D1D11F9571F5}" srcOrd="0" destOrd="0" presId="urn:microsoft.com/office/officeart/2005/8/layout/default"/>
    <dgm:cxn modelId="{B10FF125-0C43-4E07-8644-9875851C0971}" type="presParOf" srcId="{DE672823-1647-4F66-86C4-58487E4AB361}" destId="{147A8EE4-8382-415B-9987-0EEE40615070}" srcOrd="1" destOrd="0" presId="urn:microsoft.com/office/officeart/2005/8/layout/default"/>
    <dgm:cxn modelId="{17815039-DCAF-4601-A02D-FAD6B10ED2F3}" type="presParOf" srcId="{DE672823-1647-4F66-86C4-58487E4AB361}" destId="{34E212B5-3FA0-4A07-8B57-BF29B78935BD}" srcOrd="2" destOrd="0" presId="urn:microsoft.com/office/officeart/2005/8/layout/default"/>
    <dgm:cxn modelId="{40261343-7DF1-42DB-9A28-FF77CC61E0C1}" type="presParOf" srcId="{DE672823-1647-4F66-86C4-58487E4AB361}" destId="{047F86B9-1309-4A68-82BD-39784A131606}" srcOrd="3" destOrd="0" presId="urn:microsoft.com/office/officeart/2005/8/layout/default"/>
    <dgm:cxn modelId="{D14EEEFF-5B45-4EED-B389-509127CB09FD}" type="presParOf" srcId="{DE672823-1647-4F66-86C4-58487E4AB361}" destId="{2E0200FA-5B1A-4AB2-8BB4-EE53EE516FFA}" srcOrd="4" destOrd="0" presId="urn:microsoft.com/office/officeart/2005/8/layout/default"/>
    <dgm:cxn modelId="{56C1EEB7-BAFE-4E24-8CA5-9D4EC8145370}" type="presParOf" srcId="{DE672823-1647-4F66-86C4-58487E4AB361}" destId="{04C6D903-BAB1-4EA0-A1E3-FF09609444C2}" srcOrd="5" destOrd="0" presId="urn:microsoft.com/office/officeart/2005/8/layout/default"/>
    <dgm:cxn modelId="{47E8504B-1F4A-4EDE-9638-F2C70696DB9F}" type="presParOf" srcId="{DE672823-1647-4F66-86C4-58487E4AB361}" destId="{8455DD1A-C152-44BB-91CE-E566D58D0CA3}" srcOrd="6" destOrd="0" presId="urn:microsoft.com/office/officeart/2005/8/layout/default"/>
    <dgm:cxn modelId="{363146D9-AE5C-4EBA-972F-2339F9609BF9}" type="presParOf" srcId="{DE672823-1647-4F66-86C4-58487E4AB361}" destId="{18A1B5A9-791F-410D-9D9E-86BB5F56841D}" srcOrd="7" destOrd="0" presId="urn:microsoft.com/office/officeart/2005/8/layout/default"/>
    <dgm:cxn modelId="{F940A347-952E-4086-9278-002715A666A9}" type="presParOf" srcId="{DE672823-1647-4F66-86C4-58487E4AB361}" destId="{EB828A5B-3E00-4D0D-AC2D-8B01026560D4}" srcOrd="8" destOrd="0" presId="urn:microsoft.com/office/officeart/2005/8/layout/default"/>
    <dgm:cxn modelId="{B3782748-7202-4A32-A4D2-8869C26B550B}" type="presParOf" srcId="{DE672823-1647-4F66-86C4-58487E4AB361}" destId="{81F4C38A-DD0F-44E0-BC6B-F944140EF595}" srcOrd="9" destOrd="0" presId="urn:microsoft.com/office/officeart/2005/8/layout/default"/>
    <dgm:cxn modelId="{6096F106-17C6-4AAB-8DD7-F4C46C9F3831}" type="presParOf" srcId="{DE672823-1647-4F66-86C4-58487E4AB361}" destId="{8B92952D-F319-4205-8BCF-AFE39B980B2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2E57F0-9513-4EFD-96DB-3E79B24C2CB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92E349-31F3-44B8-A98F-F2E5852070BE}">
      <dgm:prSet phldrT="[Text]" phldr="0"/>
      <dgm:spPr/>
      <dgm:t>
        <a:bodyPr/>
        <a:lstStyle/>
        <a:p>
          <a:r>
            <a:rPr lang="es-419" dirty="0"/>
            <a:t>Errores</a:t>
          </a:r>
          <a:endParaRPr lang="en-US" dirty="0"/>
        </a:p>
      </dgm:t>
    </dgm:pt>
    <dgm:pt modelId="{91956DDF-8636-4820-AFD4-F96EB7A4D787}" type="parTrans" cxnId="{67D97AB1-F391-4E8A-A5A0-25106937220F}">
      <dgm:prSet/>
      <dgm:spPr/>
      <dgm:t>
        <a:bodyPr/>
        <a:lstStyle/>
        <a:p>
          <a:endParaRPr lang="en-US"/>
        </a:p>
      </dgm:t>
    </dgm:pt>
    <dgm:pt modelId="{D44DF9BA-6E88-401B-BF4B-74CBB2A59643}" type="sibTrans" cxnId="{67D97AB1-F391-4E8A-A5A0-25106937220F}">
      <dgm:prSet/>
      <dgm:spPr/>
      <dgm:t>
        <a:bodyPr/>
        <a:lstStyle/>
        <a:p>
          <a:endParaRPr lang="en-US"/>
        </a:p>
      </dgm:t>
    </dgm:pt>
    <dgm:pt modelId="{738C719B-916D-48E2-A195-B18213C1E2B7}">
      <dgm:prSet phldrT="[Text]" phldr="0"/>
      <dgm:spPr/>
      <dgm:t>
        <a:bodyPr/>
        <a:lstStyle/>
        <a:p>
          <a:r>
            <a:rPr lang="es-419" dirty="0"/>
            <a:t>Modelado</a:t>
          </a:r>
          <a:endParaRPr lang="en-US" dirty="0"/>
        </a:p>
      </dgm:t>
    </dgm:pt>
    <dgm:pt modelId="{C1323895-8C4C-40CE-9E30-96FEE44F0582}" type="parTrans" cxnId="{16C6D30B-CA3E-4818-9DAA-8A4E01B9AF08}">
      <dgm:prSet/>
      <dgm:spPr/>
      <dgm:t>
        <a:bodyPr/>
        <a:lstStyle/>
        <a:p>
          <a:endParaRPr lang="en-US"/>
        </a:p>
      </dgm:t>
    </dgm:pt>
    <dgm:pt modelId="{B315536E-9EA9-4C19-9508-A028FD5D7A65}" type="sibTrans" cxnId="{16C6D30B-CA3E-4818-9DAA-8A4E01B9AF08}">
      <dgm:prSet/>
      <dgm:spPr/>
      <dgm:t>
        <a:bodyPr/>
        <a:lstStyle/>
        <a:p>
          <a:endParaRPr lang="en-US"/>
        </a:p>
      </dgm:t>
    </dgm:pt>
    <dgm:pt modelId="{D279A651-0069-4182-984B-EC282DFAEA0E}">
      <dgm:prSet phldrT="[Text]" phldr="0"/>
      <dgm:spPr/>
      <dgm:t>
        <a:bodyPr/>
        <a:lstStyle/>
        <a:p>
          <a:r>
            <a:rPr lang="es-419" dirty="0"/>
            <a:t>Medición</a:t>
          </a:r>
          <a:endParaRPr lang="en-US" dirty="0"/>
        </a:p>
      </dgm:t>
    </dgm:pt>
    <dgm:pt modelId="{B66FA6E7-AB2C-4640-B6E8-2A6BC1872570}" type="parTrans" cxnId="{051CD418-1BC1-49F6-AE16-1D9CEA6C0AD5}">
      <dgm:prSet/>
      <dgm:spPr/>
      <dgm:t>
        <a:bodyPr/>
        <a:lstStyle/>
        <a:p>
          <a:endParaRPr lang="en-US"/>
        </a:p>
      </dgm:t>
    </dgm:pt>
    <dgm:pt modelId="{21E27AA4-3254-487F-A3E2-1216058599A4}" type="sibTrans" cxnId="{051CD418-1BC1-49F6-AE16-1D9CEA6C0AD5}">
      <dgm:prSet/>
      <dgm:spPr/>
      <dgm:t>
        <a:bodyPr/>
        <a:lstStyle/>
        <a:p>
          <a:endParaRPr lang="en-US"/>
        </a:p>
      </dgm:t>
    </dgm:pt>
    <dgm:pt modelId="{1B46C010-2D05-4EC9-B85A-0BA51DB5B186}">
      <dgm:prSet phldrT="[Text]" phldr="0"/>
      <dgm:spPr/>
      <dgm:t>
        <a:bodyPr/>
        <a:lstStyle/>
        <a:p>
          <a:r>
            <a:rPr lang="es-419" dirty="0"/>
            <a:t>Redondeo</a:t>
          </a:r>
          <a:endParaRPr lang="en-US" dirty="0"/>
        </a:p>
      </dgm:t>
    </dgm:pt>
    <dgm:pt modelId="{64905754-CF95-4041-82D9-44A412F346FC}" type="parTrans" cxnId="{B3EBA2AF-BC4D-45C4-A00A-0B5103E0C79A}">
      <dgm:prSet/>
      <dgm:spPr/>
      <dgm:t>
        <a:bodyPr/>
        <a:lstStyle/>
        <a:p>
          <a:endParaRPr lang="en-US"/>
        </a:p>
      </dgm:t>
    </dgm:pt>
    <dgm:pt modelId="{6964F09C-60F8-49A0-B20D-BC26FE333F45}" type="sibTrans" cxnId="{B3EBA2AF-BC4D-45C4-A00A-0B5103E0C79A}">
      <dgm:prSet/>
      <dgm:spPr/>
      <dgm:t>
        <a:bodyPr/>
        <a:lstStyle/>
        <a:p>
          <a:endParaRPr lang="en-US"/>
        </a:p>
      </dgm:t>
    </dgm:pt>
    <dgm:pt modelId="{BA78FC7A-A97B-401E-93CF-764BD190D71E}">
      <dgm:prSet phldrT="[Text]" phldr="0"/>
      <dgm:spPr/>
      <dgm:t>
        <a:bodyPr/>
        <a:lstStyle/>
        <a:p>
          <a:r>
            <a:rPr lang="es-419" dirty="0"/>
            <a:t>Numéricos</a:t>
          </a:r>
          <a:endParaRPr lang="en-US" dirty="0"/>
        </a:p>
      </dgm:t>
    </dgm:pt>
    <dgm:pt modelId="{88ADD1D2-6B6E-43B5-8F19-C2585E47D5D1}" type="parTrans" cxnId="{8804B60E-1AA9-40EE-AEBF-38AB855EF796}">
      <dgm:prSet/>
      <dgm:spPr/>
      <dgm:t>
        <a:bodyPr/>
        <a:lstStyle/>
        <a:p>
          <a:endParaRPr lang="en-US"/>
        </a:p>
      </dgm:t>
    </dgm:pt>
    <dgm:pt modelId="{6C4E52C2-A341-495F-B90B-18246EFDAF0D}" type="sibTrans" cxnId="{8804B60E-1AA9-40EE-AEBF-38AB855EF796}">
      <dgm:prSet/>
      <dgm:spPr/>
      <dgm:t>
        <a:bodyPr/>
        <a:lstStyle/>
        <a:p>
          <a:endParaRPr lang="en-US"/>
        </a:p>
      </dgm:t>
    </dgm:pt>
    <dgm:pt modelId="{3959B65B-0165-4CEA-A91E-ECCF84406EFD}">
      <dgm:prSet phldrT="[Text]" phldr="0"/>
      <dgm:spPr/>
      <dgm:t>
        <a:bodyPr/>
        <a:lstStyle/>
        <a:p>
          <a:r>
            <a:rPr lang="es-419" dirty="0"/>
            <a:t>Truncamiento</a:t>
          </a:r>
          <a:endParaRPr lang="en-US" dirty="0"/>
        </a:p>
      </dgm:t>
    </dgm:pt>
    <dgm:pt modelId="{144C0FEE-B4DA-45E9-A21F-22B962A29CA9}" type="parTrans" cxnId="{A9FB9BE0-A7F7-4824-B183-AB82BABFC491}">
      <dgm:prSet/>
      <dgm:spPr/>
      <dgm:t>
        <a:bodyPr/>
        <a:lstStyle/>
        <a:p>
          <a:endParaRPr lang="en-US"/>
        </a:p>
      </dgm:t>
    </dgm:pt>
    <dgm:pt modelId="{4BEECA55-EF62-40AA-9A5E-F59E3D350FBB}" type="sibTrans" cxnId="{A9FB9BE0-A7F7-4824-B183-AB82BABFC491}">
      <dgm:prSet/>
      <dgm:spPr/>
      <dgm:t>
        <a:bodyPr/>
        <a:lstStyle/>
        <a:p>
          <a:endParaRPr lang="en-US"/>
        </a:p>
      </dgm:t>
    </dgm:pt>
    <dgm:pt modelId="{2EEF8FD6-2855-41E7-9949-E519AC3BEEC3}" type="pres">
      <dgm:prSet presAssocID="{7D2E57F0-9513-4EFD-96DB-3E79B24C2CB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A3D7EF4-840A-463D-8285-3D9A00058C97}" type="pres">
      <dgm:prSet presAssocID="{A792E349-31F3-44B8-A98F-F2E5852070BE}" presName="hierRoot1" presStyleCnt="0">
        <dgm:presLayoutVars>
          <dgm:hierBranch val="init"/>
        </dgm:presLayoutVars>
      </dgm:prSet>
      <dgm:spPr/>
    </dgm:pt>
    <dgm:pt modelId="{A94B7984-666B-44FE-B501-0FBC5ACF4B98}" type="pres">
      <dgm:prSet presAssocID="{A792E349-31F3-44B8-A98F-F2E5852070BE}" presName="rootComposite1" presStyleCnt="0"/>
      <dgm:spPr/>
    </dgm:pt>
    <dgm:pt modelId="{32440761-CB43-4CE6-8359-2D07362B3AD0}" type="pres">
      <dgm:prSet presAssocID="{A792E349-31F3-44B8-A98F-F2E5852070BE}" presName="rootText1" presStyleLbl="node0" presStyleIdx="0" presStyleCnt="1">
        <dgm:presLayoutVars>
          <dgm:chPref val="3"/>
        </dgm:presLayoutVars>
      </dgm:prSet>
      <dgm:spPr/>
    </dgm:pt>
    <dgm:pt modelId="{53E5364F-6ECB-4FAE-A749-31E02C86CE56}" type="pres">
      <dgm:prSet presAssocID="{A792E349-31F3-44B8-A98F-F2E5852070BE}" presName="rootConnector1" presStyleLbl="node1" presStyleIdx="0" presStyleCnt="0"/>
      <dgm:spPr/>
    </dgm:pt>
    <dgm:pt modelId="{917BA220-3D0B-410E-A4B6-03C933767B34}" type="pres">
      <dgm:prSet presAssocID="{A792E349-31F3-44B8-A98F-F2E5852070BE}" presName="hierChild2" presStyleCnt="0"/>
      <dgm:spPr/>
    </dgm:pt>
    <dgm:pt modelId="{34F513E2-C8A1-409F-ACDF-63C7794D0642}" type="pres">
      <dgm:prSet presAssocID="{C1323895-8C4C-40CE-9E30-96FEE44F0582}" presName="Name37" presStyleLbl="parChTrans1D2" presStyleIdx="0" presStyleCnt="3"/>
      <dgm:spPr/>
    </dgm:pt>
    <dgm:pt modelId="{A0702C04-CB56-4115-95EA-E056233ACB32}" type="pres">
      <dgm:prSet presAssocID="{738C719B-916D-48E2-A195-B18213C1E2B7}" presName="hierRoot2" presStyleCnt="0">
        <dgm:presLayoutVars>
          <dgm:hierBranch val="init"/>
        </dgm:presLayoutVars>
      </dgm:prSet>
      <dgm:spPr/>
    </dgm:pt>
    <dgm:pt modelId="{275115F8-3978-4534-951A-6064166907D3}" type="pres">
      <dgm:prSet presAssocID="{738C719B-916D-48E2-A195-B18213C1E2B7}" presName="rootComposite" presStyleCnt="0"/>
      <dgm:spPr/>
    </dgm:pt>
    <dgm:pt modelId="{25ADC834-9FC7-45F1-9147-391F58847626}" type="pres">
      <dgm:prSet presAssocID="{738C719B-916D-48E2-A195-B18213C1E2B7}" presName="rootText" presStyleLbl="node2" presStyleIdx="0" presStyleCnt="3">
        <dgm:presLayoutVars>
          <dgm:chPref val="3"/>
        </dgm:presLayoutVars>
      </dgm:prSet>
      <dgm:spPr/>
    </dgm:pt>
    <dgm:pt modelId="{1D5F5266-0D85-4613-9169-1C1F437017AD}" type="pres">
      <dgm:prSet presAssocID="{738C719B-916D-48E2-A195-B18213C1E2B7}" presName="rootConnector" presStyleLbl="node2" presStyleIdx="0" presStyleCnt="3"/>
      <dgm:spPr/>
    </dgm:pt>
    <dgm:pt modelId="{EC7AAC85-CC69-4015-BA77-6F9F098F1FB5}" type="pres">
      <dgm:prSet presAssocID="{738C719B-916D-48E2-A195-B18213C1E2B7}" presName="hierChild4" presStyleCnt="0"/>
      <dgm:spPr/>
    </dgm:pt>
    <dgm:pt modelId="{86C00D2D-3CB6-41F5-9234-79E42404D48E}" type="pres">
      <dgm:prSet presAssocID="{738C719B-916D-48E2-A195-B18213C1E2B7}" presName="hierChild5" presStyleCnt="0"/>
      <dgm:spPr/>
    </dgm:pt>
    <dgm:pt modelId="{21060A7E-A947-46EC-93F3-4482B1531820}" type="pres">
      <dgm:prSet presAssocID="{B66FA6E7-AB2C-4640-B6E8-2A6BC1872570}" presName="Name37" presStyleLbl="parChTrans1D2" presStyleIdx="1" presStyleCnt="3"/>
      <dgm:spPr/>
    </dgm:pt>
    <dgm:pt modelId="{2764D000-62B4-433B-B554-E1C2500F7656}" type="pres">
      <dgm:prSet presAssocID="{D279A651-0069-4182-984B-EC282DFAEA0E}" presName="hierRoot2" presStyleCnt="0">
        <dgm:presLayoutVars>
          <dgm:hierBranch val="init"/>
        </dgm:presLayoutVars>
      </dgm:prSet>
      <dgm:spPr/>
    </dgm:pt>
    <dgm:pt modelId="{02E5F246-905F-45F7-9105-5E9832EC7761}" type="pres">
      <dgm:prSet presAssocID="{D279A651-0069-4182-984B-EC282DFAEA0E}" presName="rootComposite" presStyleCnt="0"/>
      <dgm:spPr/>
    </dgm:pt>
    <dgm:pt modelId="{1B3B768F-A0C3-4A25-B24C-6583BCD6E816}" type="pres">
      <dgm:prSet presAssocID="{D279A651-0069-4182-984B-EC282DFAEA0E}" presName="rootText" presStyleLbl="node2" presStyleIdx="1" presStyleCnt="3">
        <dgm:presLayoutVars>
          <dgm:chPref val="3"/>
        </dgm:presLayoutVars>
      </dgm:prSet>
      <dgm:spPr/>
    </dgm:pt>
    <dgm:pt modelId="{7BFD13AB-CE13-4F58-B170-19FC66CB5DA1}" type="pres">
      <dgm:prSet presAssocID="{D279A651-0069-4182-984B-EC282DFAEA0E}" presName="rootConnector" presStyleLbl="node2" presStyleIdx="1" presStyleCnt="3"/>
      <dgm:spPr/>
    </dgm:pt>
    <dgm:pt modelId="{893F36AB-E3C0-4FFA-8C05-6163942D9DC7}" type="pres">
      <dgm:prSet presAssocID="{D279A651-0069-4182-984B-EC282DFAEA0E}" presName="hierChild4" presStyleCnt="0"/>
      <dgm:spPr/>
    </dgm:pt>
    <dgm:pt modelId="{10450F40-E1D3-498A-871A-A5817C9477C8}" type="pres">
      <dgm:prSet presAssocID="{D279A651-0069-4182-984B-EC282DFAEA0E}" presName="hierChild5" presStyleCnt="0"/>
      <dgm:spPr/>
    </dgm:pt>
    <dgm:pt modelId="{BF4427F3-40E7-459E-A874-B6D3C4C7D9EB}" type="pres">
      <dgm:prSet presAssocID="{88ADD1D2-6B6E-43B5-8F19-C2585E47D5D1}" presName="Name37" presStyleLbl="parChTrans1D2" presStyleIdx="2" presStyleCnt="3"/>
      <dgm:spPr/>
    </dgm:pt>
    <dgm:pt modelId="{2BA7E68E-B8BD-455C-9730-EF3B25EBB705}" type="pres">
      <dgm:prSet presAssocID="{BA78FC7A-A97B-401E-93CF-764BD190D71E}" presName="hierRoot2" presStyleCnt="0">
        <dgm:presLayoutVars>
          <dgm:hierBranch val="init"/>
        </dgm:presLayoutVars>
      </dgm:prSet>
      <dgm:spPr/>
    </dgm:pt>
    <dgm:pt modelId="{FD1749F7-F2E4-481C-B121-BCDEAFA23F86}" type="pres">
      <dgm:prSet presAssocID="{BA78FC7A-A97B-401E-93CF-764BD190D71E}" presName="rootComposite" presStyleCnt="0"/>
      <dgm:spPr/>
    </dgm:pt>
    <dgm:pt modelId="{95097AC5-3E60-41BE-B4C7-14F0C44B16EB}" type="pres">
      <dgm:prSet presAssocID="{BA78FC7A-A97B-401E-93CF-764BD190D71E}" presName="rootText" presStyleLbl="node2" presStyleIdx="2" presStyleCnt="3">
        <dgm:presLayoutVars>
          <dgm:chPref val="3"/>
        </dgm:presLayoutVars>
      </dgm:prSet>
      <dgm:spPr/>
    </dgm:pt>
    <dgm:pt modelId="{E49AAA78-E22C-4CC0-A930-F493064C7071}" type="pres">
      <dgm:prSet presAssocID="{BA78FC7A-A97B-401E-93CF-764BD190D71E}" presName="rootConnector" presStyleLbl="node2" presStyleIdx="2" presStyleCnt="3"/>
      <dgm:spPr/>
    </dgm:pt>
    <dgm:pt modelId="{851E8ECB-8A7F-4EFE-89A2-34DF4AB8BBD6}" type="pres">
      <dgm:prSet presAssocID="{BA78FC7A-A97B-401E-93CF-764BD190D71E}" presName="hierChild4" presStyleCnt="0"/>
      <dgm:spPr/>
    </dgm:pt>
    <dgm:pt modelId="{D0DA1041-12C6-464E-8592-DDD20841E6E8}" type="pres">
      <dgm:prSet presAssocID="{64905754-CF95-4041-82D9-44A412F346FC}" presName="Name37" presStyleLbl="parChTrans1D3" presStyleIdx="0" presStyleCnt="2"/>
      <dgm:spPr/>
    </dgm:pt>
    <dgm:pt modelId="{90516E9B-393E-460A-AA9D-0D205EFD5608}" type="pres">
      <dgm:prSet presAssocID="{1B46C010-2D05-4EC9-B85A-0BA51DB5B186}" presName="hierRoot2" presStyleCnt="0">
        <dgm:presLayoutVars>
          <dgm:hierBranch val="init"/>
        </dgm:presLayoutVars>
      </dgm:prSet>
      <dgm:spPr/>
    </dgm:pt>
    <dgm:pt modelId="{CE4CC460-9F69-4759-9060-6FFF5356706C}" type="pres">
      <dgm:prSet presAssocID="{1B46C010-2D05-4EC9-B85A-0BA51DB5B186}" presName="rootComposite" presStyleCnt="0"/>
      <dgm:spPr/>
    </dgm:pt>
    <dgm:pt modelId="{826CA499-48A2-465E-AC86-58F4AE90A553}" type="pres">
      <dgm:prSet presAssocID="{1B46C010-2D05-4EC9-B85A-0BA51DB5B186}" presName="rootText" presStyleLbl="node3" presStyleIdx="0" presStyleCnt="2">
        <dgm:presLayoutVars>
          <dgm:chPref val="3"/>
        </dgm:presLayoutVars>
      </dgm:prSet>
      <dgm:spPr/>
    </dgm:pt>
    <dgm:pt modelId="{37EA9E70-2C18-46B2-8469-BF6CFF01ABA2}" type="pres">
      <dgm:prSet presAssocID="{1B46C010-2D05-4EC9-B85A-0BA51DB5B186}" presName="rootConnector" presStyleLbl="node3" presStyleIdx="0" presStyleCnt="2"/>
      <dgm:spPr/>
    </dgm:pt>
    <dgm:pt modelId="{4EDB3093-C3A8-4B27-96A7-05EA83DCB1F6}" type="pres">
      <dgm:prSet presAssocID="{1B46C010-2D05-4EC9-B85A-0BA51DB5B186}" presName="hierChild4" presStyleCnt="0"/>
      <dgm:spPr/>
    </dgm:pt>
    <dgm:pt modelId="{9A77F359-2921-4366-8D43-7FE587F84765}" type="pres">
      <dgm:prSet presAssocID="{1B46C010-2D05-4EC9-B85A-0BA51DB5B186}" presName="hierChild5" presStyleCnt="0"/>
      <dgm:spPr/>
    </dgm:pt>
    <dgm:pt modelId="{A4081696-903F-4A6F-9434-2E0433532D0C}" type="pres">
      <dgm:prSet presAssocID="{144C0FEE-B4DA-45E9-A21F-22B962A29CA9}" presName="Name37" presStyleLbl="parChTrans1D3" presStyleIdx="1" presStyleCnt="2"/>
      <dgm:spPr/>
    </dgm:pt>
    <dgm:pt modelId="{F134FB26-D649-4DD3-862D-75CFE596EAFA}" type="pres">
      <dgm:prSet presAssocID="{3959B65B-0165-4CEA-A91E-ECCF84406EFD}" presName="hierRoot2" presStyleCnt="0">
        <dgm:presLayoutVars>
          <dgm:hierBranch val="init"/>
        </dgm:presLayoutVars>
      </dgm:prSet>
      <dgm:spPr/>
    </dgm:pt>
    <dgm:pt modelId="{A3CDBCA0-0706-4589-91A5-9ED0F01AE239}" type="pres">
      <dgm:prSet presAssocID="{3959B65B-0165-4CEA-A91E-ECCF84406EFD}" presName="rootComposite" presStyleCnt="0"/>
      <dgm:spPr/>
    </dgm:pt>
    <dgm:pt modelId="{AE038207-0E89-4B14-9E09-3A6FC9C6EB24}" type="pres">
      <dgm:prSet presAssocID="{3959B65B-0165-4CEA-A91E-ECCF84406EFD}" presName="rootText" presStyleLbl="node3" presStyleIdx="1" presStyleCnt="2">
        <dgm:presLayoutVars>
          <dgm:chPref val="3"/>
        </dgm:presLayoutVars>
      </dgm:prSet>
      <dgm:spPr/>
    </dgm:pt>
    <dgm:pt modelId="{37702953-DE5F-4258-A805-D5BCAA2C801E}" type="pres">
      <dgm:prSet presAssocID="{3959B65B-0165-4CEA-A91E-ECCF84406EFD}" presName="rootConnector" presStyleLbl="node3" presStyleIdx="1" presStyleCnt="2"/>
      <dgm:spPr/>
    </dgm:pt>
    <dgm:pt modelId="{AA88A2CC-6644-40AE-8818-AD1DA7169BD0}" type="pres">
      <dgm:prSet presAssocID="{3959B65B-0165-4CEA-A91E-ECCF84406EFD}" presName="hierChild4" presStyleCnt="0"/>
      <dgm:spPr/>
    </dgm:pt>
    <dgm:pt modelId="{8E6B333E-9524-4239-98D4-F80EDA2360BC}" type="pres">
      <dgm:prSet presAssocID="{3959B65B-0165-4CEA-A91E-ECCF84406EFD}" presName="hierChild5" presStyleCnt="0"/>
      <dgm:spPr/>
    </dgm:pt>
    <dgm:pt modelId="{5F28BAD8-B5B7-489E-82EE-945C38AC963E}" type="pres">
      <dgm:prSet presAssocID="{BA78FC7A-A97B-401E-93CF-764BD190D71E}" presName="hierChild5" presStyleCnt="0"/>
      <dgm:spPr/>
    </dgm:pt>
    <dgm:pt modelId="{66CF0B7B-BDFF-4D13-A77D-D269E9464E64}" type="pres">
      <dgm:prSet presAssocID="{A792E349-31F3-44B8-A98F-F2E5852070BE}" presName="hierChild3" presStyleCnt="0"/>
      <dgm:spPr/>
    </dgm:pt>
  </dgm:ptLst>
  <dgm:cxnLst>
    <dgm:cxn modelId="{B8ECE409-078A-427C-B7C1-3424CD8B5B4C}" type="presOf" srcId="{BA78FC7A-A97B-401E-93CF-764BD190D71E}" destId="{E49AAA78-E22C-4CC0-A930-F493064C7071}" srcOrd="1" destOrd="0" presId="urn:microsoft.com/office/officeart/2005/8/layout/orgChart1"/>
    <dgm:cxn modelId="{16C6D30B-CA3E-4818-9DAA-8A4E01B9AF08}" srcId="{A792E349-31F3-44B8-A98F-F2E5852070BE}" destId="{738C719B-916D-48E2-A195-B18213C1E2B7}" srcOrd="0" destOrd="0" parTransId="{C1323895-8C4C-40CE-9E30-96FEE44F0582}" sibTransId="{B315536E-9EA9-4C19-9508-A028FD5D7A65}"/>
    <dgm:cxn modelId="{8804B60E-1AA9-40EE-AEBF-38AB855EF796}" srcId="{A792E349-31F3-44B8-A98F-F2E5852070BE}" destId="{BA78FC7A-A97B-401E-93CF-764BD190D71E}" srcOrd="2" destOrd="0" parTransId="{88ADD1D2-6B6E-43B5-8F19-C2585E47D5D1}" sibTransId="{6C4E52C2-A341-495F-B90B-18246EFDAF0D}"/>
    <dgm:cxn modelId="{051CD418-1BC1-49F6-AE16-1D9CEA6C0AD5}" srcId="{A792E349-31F3-44B8-A98F-F2E5852070BE}" destId="{D279A651-0069-4182-984B-EC282DFAEA0E}" srcOrd="1" destOrd="0" parTransId="{B66FA6E7-AB2C-4640-B6E8-2A6BC1872570}" sibTransId="{21E27AA4-3254-487F-A3E2-1216058599A4}"/>
    <dgm:cxn modelId="{D464801A-8ADB-4A4E-9626-78491C672DEE}" type="presOf" srcId="{738C719B-916D-48E2-A195-B18213C1E2B7}" destId="{1D5F5266-0D85-4613-9169-1C1F437017AD}" srcOrd="1" destOrd="0" presId="urn:microsoft.com/office/officeart/2005/8/layout/orgChart1"/>
    <dgm:cxn modelId="{505FD325-8943-406E-A8DC-3D94538AF1B5}" type="presOf" srcId="{B66FA6E7-AB2C-4640-B6E8-2A6BC1872570}" destId="{21060A7E-A947-46EC-93F3-4482B1531820}" srcOrd="0" destOrd="0" presId="urn:microsoft.com/office/officeart/2005/8/layout/orgChart1"/>
    <dgm:cxn modelId="{AD008D2F-DC6B-481D-AC38-6CDB987875C2}" type="presOf" srcId="{3959B65B-0165-4CEA-A91E-ECCF84406EFD}" destId="{AE038207-0E89-4B14-9E09-3A6FC9C6EB24}" srcOrd="0" destOrd="0" presId="urn:microsoft.com/office/officeart/2005/8/layout/orgChart1"/>
    <dgm:cxn modelId="{147BF53F-C7F8-4CF3-AACD-0601A258A3D6}" type="presOf" srcId="{3959B65B-0165-4CEA-A91E-ECCF84406EFD}" destId="{37702953-DE5F-4258-A805-D5BCAA2C801E}" srcOrd="1" destOrd="0" presId="urn:microsoft.com/office/officeart/2005/8/layout/orgChart1"/>
    <dgm:cxn modelId="{0B4F6764-E414-44CF-8391-CF81CD58114B}" type="presOf" srcId="{1B46C010-2D05-4EC9-B85A-0BA51DB5B186}" destId="{826CA499-48A2-465E-AC86-58F4AE90A553}" srcOrd="0" destOrd="0" presId="urn:microsoft.com/office/officeart/2005/8/layout/orgChart1"/>
    <dgm:cxn modelId="{B5337C45-463F-4A69-B7E7-0B1522EDBAA5}" type="presOf" srcId="{D279A651-0069-4182-984B-EC282DFAEA0E}" destId="{7BFD13AB-CE13-4F58-B170-19FC66CB5DA1}" srcOrd="1" destOrd="0" presId="urn:microsoft.com/office/officeart/2005/8/layout/orgChart1"/>
    <dgm:cxn modelId="{FCF2D96C-8B05-4113-AF59-6103CA29DE78}" type="presOf" srcId="{144C0FEE-B4DA-45E9-A21F-22B962A29CA9}" destId="{A4081696-903F-4A6F-9434-2E0433532D0C}" srcOrd="0" destOrd="0" presId="urn:microsoft.com/office/officeart/2005/8/layout/orgChart1"/>
    <dgm:cxn modelId="{27C94070-0446-434A-A5AB-C0B2C96A017E}" type="presOf" srcId="{88ADD1D2-6B6E-43B5-8F19-C2585E47D5D1}" destId="{BF4427F3-40E7-459E-A874-B6D3C4C7D9EB}" srcOrd="0" destOrd="0" presId="urn:microsoft.com/office/officeart/2005/8/layout/orgChart1"/>
    <dgm:cxn modelId="{DD3E8E5A-8F51-4243-8167-C51E07129332}" type="presOf" srcId="{64905754-CF95-4041-82D9-44A412F346FC}" destId="{D0DA1041-12C6-464E-8592-DDD20841E6E8}" srcOrd="0" destOrd="0" presId="urn:microsoft.com/office/officeart/2005/8/layout/orgChart1"/>
    <dgm:cxn modelId="{7F7E827F-E47C-4D35-8C0D-4A0D2833F44C}" type="presOf" srcId="{A792E349-31F3-44B8-A98F-F2E5852070BE}" destId="{32440761-CB43-4CE6-8359-2D07362B3AD0}" srcOrd="0" destOrd="0" presId="urn:microsoft.com/office/officeart/2005/8/layout/orgChart1"/>
    <dgm:cxn modelId="{04F8E49E-CC9D-4F13-95FB-049196CCAFBB}" type="presOf" srcId="{D279A651-0069-4182-984B-EC282DFAEA0E}" destId="{1B3B768F-A0C3-4A25-B24C-6583BCD6E816}" srcOrd="0" destOrd="0" presId="urn:microsoft.com/office/officeart/2005/8/layout/orgChart1"/>
    <dgm:cxn modelId="{8377ECA8-FC1F-4BCF-9126-3C33A12A2E28}" type="presOf" srcId="{738C719B-916D-48E2-A195-B18213C1E2B7}" destId="{25ADC834-9FC7-45F1-9147-391F58847626}" srcOrd="0" destOrd="0" presId="urn:microsoft.com/office/officeart/2005/8/layout/orgChart1"/>
    <dgm:cxn modelId="{B3EBA2AF-BC4D-45C4-A00A-0B5103E0C79A}" srcId="{BA78FC7A-A97B-401E-93CF-764BD190D71E}" destId="{1B46C010-2D05-4EC9-B85A-0BA51DB5B186}" srcOrd="0" destOrd="0" parTransId="{64905754-CF95-4041-82D9-44A412F346FC}" sibTransId="{6964F09C-60F8-49A0-B20D-BC26FE333F45}"/>
    <dgm:cxn modelId="{67D97AB1-F391-4E8A-A5A0-25106937220F}" srcId="{7D2E57F0-9513-4EFD-96DB-3E79B24C2CBC}" destId="{A792E349-31F3-44B8-A98F-F2E5852070BE}" srcOrd="0" destOrd="0" parTransId="{91956DDF-8636-4820-AFD4-F96EB7A4D787}" sibTransId="{D44DF9BA-6E88-401B-BF4B-74CBB2A59643}"/>
    <dgm:cxn modelId="{05A237C8-79F2-4323-9500-8F01F218DA0B}" type="presOf" srcId="{1B46C010-2D05-4EC9-B85A-0BA51DB5B186}" destId="{37EA9E70-2C18-46B2-8469-BF6CFF01ABA2}" srcOrd="1" destOrd="0" presId="urn:microsoft.com/office/officeart/2005/8/layout/orgChart1"/>
    <dgm:cxn modelId="{FDAE70D0-CD6E-497B-8B7F-BF34E35CA962}" type="presOf" srcId="{A792E349-31F3-44B8-A98F-F2E5852070BE}" destId="{53E5364F-6ECB-4FAE-A749-31E02C86CE56}" srcOrd="1" destOrd="0" presId="urn:microsoft.com/office/officeart/2005/8/layout/orgChart1"/>
    <dgm:cxn modelId="{33F15CDE-A080-43F2-8A73-826F8613CD9D}" type="presOf" srcId="{C1323895-8C4C-40CE-9E30-96FEE44F0582}" destId="{34F513E2-C8A1-409F-ACDF-63C7794D0642}" srcOrd="0" destOrd="0" presId="urn:microsoft.com/office/officeart/2005/8/layout/orgChart1"/>
    <dgm:cxn modelId="{A9FB9BE0-A7F7-4824-B183-AB82BABFC491}" srcId="{BA78FC7A-A97B-401E-93CF-764BD190D71E}" destId="{3959B65B-0165-4CEA-A91E-ECCF84406EFD}" srcOrd="1" destOrd="0" parTransId="{144C0FEE-B4DA-45E9-A21F-22B962A29CA9}" sibTransId="{4BEECA55-EF62-40AA-9A5E-F59E3D350FBB}"/>
    <dgm:cxn modelId="{414EE9E2-FB9A-4DC4-ABCC-4E4DE2772BAF}" type="presOf" srcId="{BA78FC7A-A97B-401E-93CF-764BD190D71E}" destId="{95097AC5-3E60-41BE-B4C7-14F0C44B16EB}" srcOrd="0" destOrd="0" presId="urn:microsoft.com/office/officeart/2005/8/layout/orgChart1"/>
    <dgm:cxn modelId="{83B784F2-63F6-4B2F-8C70-7B4B00EECF14}" type="presOf" srcId="{7D2E57F0-9513-4EFD-96DB-3E79B24C2CBC}" destId="{2EEF8FD6-2855-41E7-9949-E519AC3BEEC3}" srcOrd="0" destOrd="0" presId="urn:microsoft.com/office/officeart/2005/8/layout/orgChart1"/>
    <dgm:cxn modelId="{03F3C473-722D-4AA0-A71B-5161FB181618}" type="presParOf" srcId="{2EEF8FD6-2855-41E7-9949-E519AC3BEEC3}" destId="{BA3D7EF4-840A-463D-8285-3D9A00058C97}" srcOrd="0" destOrd="0" presId="urn:microsoft.com/office/officeart/2005/8/layout/orgChart1"/>
    <dgm:cxn modelId="{D0D1234D-6E1E-40B5-8A22-F9DCADCFC58B}" type="presParOf" srcId="{BA3D7EF4-840A-463D-8285-3D9A00058C97}" destId="{A94B7984-666B-44FE-B501-0FBC5ACF4B98}" srcOrd="0" destOrd="0" presId="urn:microsoft.com/office/officeart/2005/8/layout/orgChart1"/>
    <dgm:cxn modelId="{CC0D55C2-8EF8-4ECB-BF3C-75707CB4F96B}" type="presParOf" srcId="{A94B7984-666B-44FE-B501-0FBC5ACF4B98}" destId="{32440761-CB43-4CE6-8359-2D07362B3AD0}" srcOrd="0" destOrd="0" presId="urn:microsoft.com/office/officeart/2005/8/layout/orgChart1"/>
    <dgm:cxn modelId="{22E55A7B-9F47-4BA9-9A48-18B84A7183FF}" type="presParOf" srcId="{A94B7984-666B-44FE-B501-0FBC5ACF4B98}" destId="{53E5364F-6ECB-4FAE-A749-31E02C86CE56}" srcOrd="1" destOrd="0" presId="urn:microsoft.com/office/officeart/2005/8/layout/orgChart1"/>
    <dgm:cxn modelId="{54877773-11C6-45D3-AF38-B72575F212A0}" type="presParOf" srcId="{BA3D7EF4-840A-463D-8285-3D9A00058C97}" destId="{917BA220-3D0B-410E-A4B6-03C933767B34}" srcOrd="1" destOrd="0" presId="urn:microsoft.com/office/officeart/2005/8/layout/orgChart1"/>
    <dgm:cxn modelId="{57F5F0AE-594E-4810-A448-80A800CD8179}" type="presParOf" srcId="{917BA220-3D0B-410E-A4B6-03C933767B34}" destId="{34F513E2-C8A1-409F-ACDF-63C7794D0642}" srcOrd="0" destOrd="0" presId="urn:microsoft.com/office/officeart/2005/8/layout/orgChart1"/>
    <dgm:cxn modelId="{97746A7B-D1E8-4FAC-A0FF-4D522BC6061D}" type="presParOf" srcId="{917BA220-3D0B-410E-A4B6-03C933767B34}" destId="{A0702C04-CB56-4115-95EA-E056233ACB32}" srcOrd="1" destOrd="0" presId="urn:microsoft.com/office/officeart/2005/8/layout/orgChart1"/>
    <dgm:cxn modelId="{50674178-4D6B-4AB1-8ED2-394EBCB92030}" type="presParOf" srcId="{A0702C04-CB56-4115-95EA-E056233ACB32}" destId="{275115F8-3978-4534-951A-6064166907D3}" srcOrd="0" destOrd="0" presId="urn:microsoft.com/office/officeart/2005/8/layout/orgChart1"/>
    <dgm:cxn modelId="{FDC76980-7A0B-4C19-9106-707A9F8BD104}" type="presParOf" srcId="{275115F8-3978-4534-951A-6064166907D3}" destId="{25ADC834-9FC7-45F1-9147-391F58847626}" srcOrd="0" destOrd="0" presId="urn:microsoft.com/office/officeart/2005/8/layout/orgChart1"/>
    <dgm:cxn modelId="{09D0D44C-B7C8-45E7-A838-986684886049}" type="presParOf" srcId="{275115F8-3978-4534-951A-6064166907D3}" destId="{1D5F5266-0D85-4613-9169-1C1F437017AD}" srcOrd="1" destOrd="0" presId="urn:microsoft.com/office/officeart/2005/8/layout/orgChart1"/>
    <dgm:cxn modelId="{8E921B11-54AD-4935-A52B-0960D1EFE954}" type="presParOf" srcId="{A0702C04-CB56-4115-95EA-E056233ACB32}" destId="{EC7AAC85-CC69-4015-BA77-6F9F098F1FB5}" srcOrd="1" destOrd="0" presId="urn:microsoft.com/office/officeart/2005/8/layout/orgChart1"/>
    <dgm:cxn modelId="{1DF3E14E-22E8-472C-9F11-6AB83CC0654B}" type="presParOf" srcId="{A0702C04-CB56-4115-95EA-E056233ACB32}" destId="{86C00D2D-3CB6-41F5-9234-79E42404D48E}" srcOrd="2" destOrd="0" presId="urn:microsoft.com/office/officeart/2005/8/layout/orgChart1"/>
    <dgm:cxn modelId="{4647167D-8C8B-41CE-BFA3-24F2111A6D8D}" type="presParOf" srcId="{917BA220-3D0B-410E-A4B6-03C933767B34}" destId="{21060A7E-A947-46EC-93F3-4482B1531820}" srcOrd="2" destOrd="0" presId="urn:microsoft.com/office/officeart/2005/8/layout/orgChart1"/>
    <dgm:cxn modelId="{FAEAD6A2-975F-444A-9EB3-1811CCEA1652}" type="presParOf" srcId="{917BA220-3D0B-410E-A4B6-03C933767B34}" destId="{2764D000-62B4-433B-B554-E1C2500F7656}" srcOrd="3" destOrd="0" presId="urn:microsoft.com/office/officeart/2005/8/layout/orgChart1"/>
    <dgm:cxn modelId="{562FA913-B992-4716-939D-8A7B922E64B0}" type="presParOf" srcId="{2764D000-62B4-433B-B554-E1C2500F7656}" destId="{02E5F246-905F-45F7-9105-5E9832EC7761}" srcOrd="0" destOrd="0" presId="urn:microsoft.com/office/officeart/2005/8/layout/orgChart1"/>
    <dgm:cxn modelId="{BCF32D92-6F81-4E28-ABBB-CC0B1351CEBD}" type="presParOf" srcId="{02E5F246-905F-45F7-9105-5E9832EC7761}" destId="{1B3B768F-A0C3-4A25-B24C-6583BCD6E816}" srcOrd="0" destOrd="0" presId="urn:microsoft.com/office/officeart/2005/8/layout/orgChart1"/>
    <dgm:cxn modelId="{BE13A1FC-FEEA-434C-A7D3-C81A504BC5A7}" type="presParOf" srcId="{02E5F246-905F-45F7-9105-5E9832EC7761}" destId="{7BFD13AB-CE13-4F58-B170-19FC66CB5DA1}" srcOrd="1" destOrd="0" presId="urn:microsoft.com/office/officeart/2005/8/layout/orgChart1"/>
    <dgm:cxn modelId="{EB6A8C5B-B0BA-47AA-A624-ADD360A72855}" type="presParOf" srcId="{2764D000-62B4-433B-B554-E1C2500F7656}" destId="{893F36AB-E3C0-4FFA-8C05-6163942D9DC7}" srcOrd="1" destOrd="0" presId="urn:microsoft.com/office/officeart/2005/8/layout/orgChart1"/>
    <dgm:cxn modelId="{CD386862-F07C-41F2-86F8-57A107E1C7D7}" type="presParOf" srcId="{2764D000-62B4-433B-B554-E1C2500F7656}" destId="{10450F40-E1D3-498A-871A-A5817C9477C8}" srcOrd="2" destOrd="0" presId="urn:microsoft.com/office/officeart/2005/8/layout/orgChart1"/>
    <dgm:cxn modelId="{71D9B1B8-8149-4EA7-9C04-8B2881B2DBE6}" type="presParOf" srcId="{917BA220-3D0B-410E-A4B6-03C933767B34}" destId="{BF4427F3-40E7-459E-A874-B6D3C4C7D9EB}" srcOrd="4" destOrd="0" presId="urn:microsoft.com/office/officeart/2005/8/layout/orgChart1"/>
    <dgm:cxn modelId="{08BFFC3E-B8DA-4D08-AB1C-2108CDE7BE70}" type="presParOf" srcId="{917BA220-3D0B-410E-A4B6-03C933767B34}" destId="{2BA7E68E-B8BD-455C-9730-EF3B25EBB705}" srcOrd="5" destOrd="0" presId="urn:microsoft.com/office/officeart/2005/8/layout/orgChart1"/>
    <dgm:cxn modelId="{D1AF3D3B-9607-4384-AB6F-6C5F2FC32D7B}" type="presParOf" srcId="{2BA7E68E-B8BD-455C-9730-EF3B25EBB705}" destId="{FD1749F7-F2E4-481C-B121-BCDEAFA23F86}" srcOrd="0" destOrd="0" presId="urn:microsoft.com/office/officeart/2005/8/layout/orgChart1"/>
    <dgm:cxn modelId="{97BE411E-B63F-420E-ADD0-9B77098B9A6A}" type="presParOf" srcId="{FD1749F7-F2E4-481C-B121-BCDEAFA23F86}" destId="{95097AC5-3E60-41BE-B4C7-14F0C44B16EB}" srcOrd="0" destOrd="0" presId="urn:microsoft.com/office/officeart/2005/8/layout/orgChart1"/>
    <dgm:cxn modelId="{FD72D086-7D4A-4906-83AF-8E2EC2F1CAB1}" type="presParOf" srcId="{FD1749F7-F2E4-481C-B121-BCDEAFA23F86}" destId="{E49AAA78-E22C-4CC0-A930-F493064C7071}" srcOrd="1" destOrd="0" presId="urn:microsoft.com/office/officeart/2005/8/layout/orgChart1"/>
    <dgm:cxn modelId="{DA5C46A9-37BD-4A5F-A2F3-A9ECAEBBF062}" type="presParOf" srcId="{2BA7E68E-B8BD-455C-9730-EF3B25EBB705}" destId="{851E8ECB-8A7F-4EFE-89A2-34DF4AB8BBD6}" srcOrd="1" destOrd="0" presId="urn:microsoft.com/office/officeart/2005/8/layout/orgChart1"/>
    <dgm:cxn modelId="{44395924-B3ED-4837-96CE-8F1E31B5939C}" type="presParOf" srcId="{851E8ECB-8A7F-4EFE-89A2-34DF4AB8BBD6}" destId="{D0DA1041-12C6-464E-8592-DDD20841E6E8}" srcOrd="0" destOrd="0" presId="urn:microsoft.com/office/officeart/2005/8/layout/orgChart1"/>
    <dgm:cxn modelId="{E9D28E85-56F6-43EC-A6A8-BF1994738438}" type="presParOf" srcId="{851E8ECB-8A7F-4EFE-89A2-34DF4AB8BBD6}" destId="{90516E9B-393E-460A-AA9D-0D205EFD5608}" srcOrd="1" destOrd="0" presId="urn:microsoft.com/office/officeart/2005/8/layout/orgChart1"/>
    <dgm:cxn modelId="{14254D11-6064-4472-A0C1-5A91E1399F98}" type="presParOf" srcId="{90516E9B-393E-460A-AA9D-0D205EFD5608}" destId="{CE4CC460-9F69-4759-9060-6FFF5356706C}" srcOrd="0" destOrd="0" presId="urn:microsoft.com/office/officeart/2005/8/layout/orgChart1"/>
    <dgm:cxn modelId="{08D94348-83FB-4F2D-A0D7-B8B12E4691AB}" type="presParOf" srcId="{CE4CC460-9F69-4759-9060-6FFF5356706C}" destId="{826CA499-48A2-465E-AC86-58F4AE90A553}" srcOrd="0" destOrd="0" presId="urn:microsoft.com/office/officeart/2005/8/layout/orgChart1"/>
    <dgm:cxn modelId="{E7FF8AB8-23CD-44B6-87AA-E4EB34474512}" type="presParOf" srcId="{CE4CC460-9F69-4759-9060-6FFF5356706C}" destId="{37EA9E70-2C18-46B2-8469-BF6CFF01ABA2}" srcOrd="1" destOrd="0" presId="urn:microsoft.com/office/officeart/2005/8/layout/orgChart1"/>
    <dgm:cxn modelId="{F2B4E3D7-ED7E-48C7-B375-15DA1C4CFD43}" type="presParOf" srcId="{90516E9B-393E-460A-AA9D-0D205EFD5608}" destId="{4EDB3093-C3A8-4B27-96A7-05EA83DCB1F6}" srcOrd="1" destOrd="0" presId="urn:microsoft.com/office/officeart/2005/8/layout/orgChart1"/>
    <dgm:cxn modelId="{2616BAE2-89DF-4E34-A516-76B0F652DF2B}" type="presParOf" srcId="{90516E9B-393E-460A-AA9D-0D205EFD5608}" destId="{9A77F359-2921-4366-8D43-7FE587F84765}" srcOrd="2" destOrd="0" presId="urn:microsoft.com/office/officeart/2005/8/layout/orgChart1"/>
    <dgm:cxn modelId="{4DB62447-E674-4939-A845-583E3D3F9CF1}" type="presParOf" srcId="{851E8ECB-8A7F-4EFE-89A2-34DF4AB8BBD6}" destId="{A4081696-903F-4A6F-9434-2E0433532D0C}" srcOrd="2" destOrd="0" presId="urn:microsoft.com/office/officeart/2005/8/layout/orgChart1"/>
    <dgm:cxn modelId="{F87EFB26-07EC-44CA-972C-6D66DC875C04}" type="presParOf" srcId="{851E8ECB-8A7F-4EFE-89A2-34DF4AB8BBD6}" destId="{F134FB26-D649-4DD3-862D-75CFE596EAFA}" srcOrd="3" destOrd="0" presId="urn:microsoft.com/office/officeart/2005/8/layout/orgChart1"/>
    <dgm:cxn modelId="{DD5E0FE1-7FB6-470B-BF96-A483BF1F5A6F}" type="presParOf" srcId="{F134FB26-D649-4DD3-862D-75CFE596EAFA}" destId="{A3CDBCA0-0706-4589-91A5-9ED0F01AE239}" srcOrd="0" destOrd="0" presId="urn:microsoft.com/office/officeart/2005/8/layout/orgChart1"/>
    <dgm:cxn modelId="{DDBF1CAE-5E7A-443E-BE52-3906703F27A0}" type="presParOf" srcId="{A3CDBCA0-0706-4589-91A5-9ED0F01AE239}" destId="{AE038207-0E89-4B14-9E09-3A6FC9C6EB24}" srcOrd="0" destOrd="0" presId="urn:microsoft.com/office/officeart/2005/8/layout/orgChart1"/>
    <dgm:cxn modelId="{7E115785-EEAC-4A1E-99AE-D3E5E500B1EA}" type="presParOf" srcId="{A3CDBCA0-0706-4589-91A5-9ED0F01AE239}" destId="{37702953-DE5F-4258-A805-D5BCAA2C801E}" srcOrd="1" destOrd="0" presId="urn:microsoft.com/office/officeart/2005/8/layout/orgChart1"/>
    <dgm:cxn modelId="{3E01696E-9197-4A91-834A-65332C0D4D66}" type="presParOf" srcId="{F134FB26-D649-4DD3-862D-75CFE596EAFA}" destId="{AA88A2CC-6644-40AE-8818-AD1DA7169BD0}" srcOrd="1" destOrd="0" presId="urn:microsoft.com/office/officeart/2005/8/layout/orgChart1"/>
    <dgm:cxn modelId="{45668C8D-B976-4532-9826-C5213D8EC336}" type="presParOf" srcId="{F134FB26-D649-4DD3-862D-75CFE596EAFA}" destId="{8E6B333E-9524-4239-98D4-F80EDA2360BC}" srcOrd="2" destOrd="0" presId="urn:microsoft.com/office/officeart/2005/8/layout/orgChart1"/>
    <dgm:cxn modelId="{6A2613D5-0D3A-4E9A-8393-A6FAF8026B1E}" type="presParOf" srcId="{2BA7E68E-B8BD-455C-9730-EF3B25EBB705}" destId="{5F28BAD8-B5B7-489E-82EE-945C38AC963E}" srcOrd="2" destOrd="0" presId="urn:microsoft.com/office/officeart/2005/8/layout/orgChart1"/>
    <dgm:cxn modelId="{00027EA8-2E25-4415-A8FB-84219D038789}" type="presParOf" srcId="{BA3D7EF4-840A-463D-8285-3D9A00058C97}" destId="{66CF0B7B-BDFF-4D13-A77D-D269E9464E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6756B-EC43-4BF8-A3C3-D1D11F9571F5}">
      <dsp:nvSpPr>
        <dsp:cNvPr id="0" name=""/>
        <dsp:cNvSpPr/>
      </dsp:nvSpPr>
      <dsp:spPr>
        <a:xfrm>
          <a:off x="269955" y="3019"/>
          <a:ext cx="2916484" cy="17498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Comprender cómo representa un computador los números reales. </a:t>
          </a:r>
        </a:p>
      </dsp:txBody>
      <dsp:txXfrm>
        <a:off x="269955" y="3019"/>
        <a:ext cx="2916484" cy="1749890"/>
      </dsp:txXfrm>
    </dsp:sp>
    <dsp:sp modelId="{34E212B5-3FA0-4A07-8B57-BF29B78935BD}">
      <dsp:nvSpPr>
        <dsp:cNvPr id="0" name=""/>
        <dsp:cNvSpPr/>
      </dsp:nvSpPr>
      <dsp:spPr>
        <a:xfrm>
          <a:off x="3478089" y="3019"/>
          <a:ext cx="2916484" cy="1749890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Diferenciar errores de redondeo y truncamiento. </a:t>
          </a:r>
        </a:p>
      </dsp:txBody>
      <dsp:txXfrm>
        <a:off x="3478089" y="3019"/>
        <a:ext cx="2916484" cy="1749890"/>
      </dsp:txXfrm>
    </dsp:sp>
    <dsp:sp modelId="{2E0200FA-5B1A-4AB2-8BB4-EE53EE516FFA}">
      <dsp:nvSpPr>
        <dsp:cNvPr id="0" name=""/>
        <dsp:cNvSpPr/>
      </dsp:nvSpPr>
      <dsp:spPr>
        <a:xfrm>
          <a:off x="6686222" y="3019"/>
          <a:ext cx="2916484" cy="1749890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Analizar cómo se propagan los errores en un cálculo. </a:t>
          </a:r>
        </a:p>
      </dsp:txBody>
      <dsp:txXfrm>
        <a:off x="6686222" y="3019"/>
        <a:ext cx="2916484" cy="1749890"/>
      </dsp:txXfrm>
    </dsp:sp>
    <dsp:sp modelId="{8455DD1A-C152-44BB-91CE-E566D58D0CA3}">
      <dsp:nvSpPr>
        <dsp:cNvPr id="0" name=""/>
        <dsp:cNvSpPr/>
      </dsp:nvSpPr>
      <dsp:spPr>
        <a:xfrm>
          <a:off x="269955" y="2044559"/>
          <a:ext cx="2916484" cy="1749890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Reconocer cuándo un algoritmo es numéricamente estable. </a:t>
          </a:r>
        </a:p>
      </dsp:txBody>
      <dsp:txXfrm>
        <a:off x="269955" y="2044559"/>
        <a:ext cx="2916484" cy="1749890"/>
      </dsp:txXfrm>
    </dsp:sp>
    <dsp:sp modelId="{EB828A5B-3E00-4D0D-AC2D-8B01026560D4}">
      <dsp:nvSpPr>
        <dsp:cNvPr id="0" name=""/>
        <dsp:cNvSpPr/>
      </dsp:nvSpPr>
      <dsp:spPr>
        <a:xfrm>
          <a:off x="3478089" y="2044559"/>
          <a:ext cx="2916484" cy="1749890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Cuantificar el error absoluto y relativo de un resultado. </a:t>
          </a:r>
        </a:p>
      </dsp:txBody>
      <dsp:txXfrm>
        <a:off x="3478089" y="2044559"/>
        <a:ext cx="2916484" cy="1749890"/>
      </dsp:txXfrm>
    </dsp:sp>
    <dsp:sp modelId="{8B92952D-F319-4205-8BCF-AFE39B980B24}">
      <dsp:nvSpPr>
        <dsp:cNvPr id="0" name=""/>
        <dsp:cNvSpPr/>
      </dsp:nvSpPr>
      <dsp:spPr>
        <a:xfrm>
          <a:off x="6686222" y="2044559"/>
          <a:ext cx="2916484" cy="1749890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Observar estos fenómenos mediante experimentos en Python.</a:t>
          </a:r>
        </a:p>
      </dsp:txBody>
      <dsp:txXfrm>
        <a:off x="6686222" y="2044559"/>
        <a:ext cx="2916484" cy="1749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81696-903F-4A6F-9434-2E0433532D0C}">
      <dsp:nvSpPr>
        <dsp:cNvPr id="0" name=""/>
        <dsp:cNvSpPr/>
      </dsp:nvSpPr>
      <dsp:spPr>
        <a:xfrm>
          <a:off x="5987855" y="1858117"/>
          <a:ext cx="230260" cy="1796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6033"/>
              </a:lnTo>
              <a:lnTo>
                <a:pt x="230260" y="179603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DA1041-12C6-464E-8592-DDD20841E6E8}">
      <dsp:nvSpPr>
        <dsp:cNvPr id="0" name=""/>
        <dsp:cNvSpPr/>
      </dsp:nvSpPr>
      <dsp:spPr>
        <a:xfrm>
          <a:off x="5987855" y="1858117"/>
          <a:ext cx="230260" cy="706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6132"/>
              </a:lnTo>
              <a:lnTo>
                <a:pt x="230260" y="7061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427F3-40E7-459E-A874-B6D3C4C7D9EB}">
      <dsp:nvSpPr>
        <dsp:cNvPr id="0" name=""/>
        <dsp:cNvSpPr/>
      </dsp:nvSpPr>
      <dsp:spPr>
        <a:xfrm>
          <a:off x="4744447" y="768216"/>
          <a:ext cx="1857436" cy="3223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182"/>
              </a:lnTo>
              <a:lnTo>
                <a:pt x="1857436" y="161182"/>
              </a:lnTo>
              <a:lnTo>
                <a:pt x="1857436" y="322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60A7E-A947-46EC-93F3-4482B1531820}">
      <dsp:nvSpPr>
        <dsp:cNvPr id="0" name=""/>
        <dsp:cNvSpPr/>
      </dsp:nvSpPr>
      <dsp:spPr>
        <a:xfrm>
          <a:off x="4698727" y="768216"/>
          <a:ext cx="91440" cy="3223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2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513E2-C8A1-409F-ACDF-63C7794D0642}">
      <dsp:nvSpPr>
        <dsp:cNvPr id="0" name=""/>
        <dsp:cNvSpPr/>
      </dsp:nvSpPr>
      <dsp:spPr>
        <a:xfrm>
          <a:off x="2887011" y="768216"/>
          <a:ext cx="1857436" cy="322364"/>
        </a:xfrm>
        <a:custGeom>
          <a:avLst/>
          <a:gdLst/>
          <a:ahLst/>
          <a:cxnLst/>
          <a:rect l="0" t="0" r="0" b="0"/>
          <a:pathLst>
            <a:path>
              <a:moveTo>
                <a:pt x="1857436" y="0"/>
              </a:moveTo>
              <a:lnTo>
                <a:pt x="1857436" y="161182"/>
              </a:lnTo>
              <a:lnTo>
                <a:pt x="0" y="161182"/>
              </a:lnTo>
              <a:lnTo>
                <a:pt x="0" y="322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40761-CB43-4CE6-8359-2D07362B3AD0}">
      <dsp:nvSpPr>
        <dsp:cNvPr id="0" name=""/>
        <dsp:cNvSpPr/>
      </dsp:nvSpPr>
      <dsp:spPr>
        <a:xfrm>
          <a:off x="3976911" y="681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Errores</a:t>
          </a:r>
          <a:endParaRPr lang="en-US" sz="2000" kern="1200" dirty="0"/>
        </a:p>
      </dsp:txBody>
      <dsp:txXfrm>
        <a:off x="3976911" y="681"/>
        <a:ext cx="1535071" cy="767535"/>
      </dsp:txXfrm>
    </dsp:sp>
    <dsp:sp modelId="{25ADC834-9FC7-45F1-9147-391F58847626}">
      <dsp:nvSpPr>
        <dsp:cNvPr id="0" name=""/>
        <dsp:cNvSpPr/>
      </dsp:nvSpPr>
      <dsp:spPr>
        <a:xfrm>
          <a:off x="2119475" y="1090581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Modelado</a:t>
          </a:r>
          <a:endParaRPr lang="en-US" sz="2000" kern="1200" dirty="0"/>
        </a:p>
      </dsp:txBody>
      <dsp:txXfrm>
        <a:off x="2119475" y="1090581"/>
        <a:ext cx="1535071" cy="767535"/>
      </dsp:txXfrm>
    </dsp:sp>
    <dsp:sp modelId="{1B3B768F-A0C3-4A25-B24C-6583BCD6E816}">
      <dsp:nvSpPr>
        <dsp:cNvPr id="0" name=""/>
        <dsp:cNvSpPr/>
      </dsp:nvSpPr>
      <dsp:spPr>
        <a:xfrm>
          <a:off x="3976911" y="1090581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Medición</a:t>
          </a:r>
          <a:endParaRPr lang="en-US" sz="2000" kern="1200" dirty="0"/>
        </a:p>
      </dsp:txBody>
      <dsp:txXfrm>
        <a:off x="3976911" y="1090581"/>
        <a:ext cx="1535071" cy="767535"/>
      </dsp:txXfrm>
    </dsp:sp>
    <dsp:sp modelId="{95097AC5-3E60-41BE-B4C7-14F0C44B16EB}">
      <dsp:nvSpPr>
        <dsp:cNvPr id="0" name=""/>
        <dsp:cNvSpPr/>
      </dsp:nvSpPr>
      <dsp:spPr>
        <a:xfrm>
          <a:off x="5834348" y="1090581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Numéricos</a:t>
          </a:r>
          <a:endParaRPr lang="en-US" sz="2000" kern="1200" dirty="0"/>
        </a:p>
      </dsp:txBody>
      <dsp:txXfrm>
        <a:off x="5834348" y="1090581"/>
        <a:ext cx="1535071" cy="767535"/>
      </dsp:txXfrm>
    </dsp:sp>
    <dsp:sp modelId="{826CA499-48A2-465E-AC86-58F4AE90A553}">
      <dsp:nvSpPr>
        <dsp:cNvPr id="0" name=""/>
        <dsp:cNvSpPr/>
      </dsp:nvSpPr>
      <dsp:spPr>
        <a:xfrm>
          <a:off x="6218116" y="2180482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Redondeo</a:t>
          </a:r>
          <a:endParaRPr lang="en-US" sz="2000" kern="1200" dirty="0"/>
        </a:p>
      </dsp:txBody>
      <dsp:txXfrm>
        <a:off x="6218116" y="2180482"/>
        <a:ext cx="1535071" cy="767535"/>
      </dsp:txXfrm>
    </dsp:sp>
    <dsp:sp modelId="{AE038207-0E89-4B14-9E09-3A6FC9C6EB24}">
      <dsp:nvSpPr>
        <dsp:cNvPr id="0" name=""/>
        <dsp:cNvSpPr/>
      </dsp:nvSpPr>
      <dsp:spPr>
        <a:xfrm>
          <a:off x="6218116" y="3270383"/>
          <a:ext cx="1535071" cy="767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2000" kern="1200" dirty="0"/>
            <a:t>Truncamiento</a:t>
          </a:r>
          <a:endParaRPr lang="en-US" sz="2000" kern="1200" dirty="0"/>
        </a:p>
      </dsp:txBody>
      <dsp:txXfrm>
        <a:off x="6218116" y="3270383"/>
        <a:ext cx="1535071" cy="767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5703A-3FF1-40B7-BF75-443CC8581EB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7A7B7-9A21-476D-8BC5-F9617C752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3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uando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produce un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incorrecto</a:t>
            </a:r>
            <a:r>
              <a:rPr lang="en-US" dirty="0"/>
              <a:t>, ¿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programa</a:t>
            </a:r>
            <a:r>
              <a:rPr lang="en-US" dirty="0"/>
              <a:t> está mal?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7A7B7-9A21-476D-8BC5-F9617C7527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5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9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4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6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6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2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26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9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9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9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C907283-8CB5-481F-AADA-10B49DD0CE0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797F5F2-D9BB-4E29-B3F2-9C6C98C7B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9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2958-62DE-9B6E-27FF-050BBEA3D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Errores</a:t>
            </a:r>
            <a:r>
              <a:rPr lang="en-US" dirty="0"/>
              <a:t> num</a:t>
            </a:r>
            <a:r>
              <a:rPr lang="es-419" dirty="0"/>
              <a:t>éricos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87B09-6579-2466-2757-B749B5E20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Precisión computacional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1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4A0C-6D1C-7D08-CB56-2E18640D0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s-419" dirty="0"/>
              <a:t>Objetivos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7E9DF7-E332-F6D0-C83D-24AFABE4A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382684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970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EAD7-BB11-2761-FED4-8DE79346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estudiar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C294D8-DAEC-C2F5-C31D-5946ECE33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479821"/>
              </p:ext>
            </p:extLst>
          </p:nvPr>
        </p:nvGraphicFramePr>
        <p:xfrm>
          <a:off x="1143000" y="2057400"/>
          <a:ext cx="9872661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887">
                  <a:extLst>
                    <a:ext uri="{9D8B030D-6E8A-4147-A177-3AD203B41FA5}">
                      <a16:colId xmlns:a16="http://schemas.microsoft.com/office/drawing/2014/main" val="2286298793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1303408715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225465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Tipo de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¿Qué significa?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Ejemplo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92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Error de medición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 datos de entrada ya contienen incertidumbre.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 sensor de </a:t>
                      </a:r>
                      <a:r>
                        <a:rPr lang="en-US" dirty="0" err="1"/>
                        <a:t>temperatura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mide</a:t>
                      </a:r>
                      <a:r>
                        <a:rPr lang="en-US" dirty="0"/>
                        <a:t> 25.3 °C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96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Error de modelado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 modelo matemático simplifica la realidad.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Ignorar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resistencia</a:t>
                      </a:r>
                      <a:r>
                        <a:rPr lang="en-US" dirty="0"/>
                        <a:t> del </a:t>
                      </a:r>
                      <a:r>
                        <a:rPr lang="en-US" dirty="0" err="1"/>
                        <a:t>aire</a:t>
                      </a:r>
                      <a:r>
                        <a:rPr lang="en-US" dirty="0"/>
                        <a:t> al </a:t>
                      </a:r>
                      <a:r>
                        <a:rPr lang="en-US" dirty="0" err="1"/>
                        <a:t>calcular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trayectoria</a:t>
                      </a:r>
                      <a:r>
                        <a:rPr lang="en-US" dirty="0"/>
                        <a:t> de un </a:t>
                      </a:r>
                      <a:r>
                        <a:rPr lang="en-US" dirty="0" err="1"/>
                        <a:t>proyectil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20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Error humano o de programación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 algoritmo o el código contienen errores.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Escribir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x+y</a:t>
                      </a:r>
                      <a:r>
                        <a:rPr lang="en-US"/>
                        <a:t> cuando debía ser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x-y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623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Error numérico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Surge por las limitaciones de la representación y las operaciones del computador.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(0.1+0.2 = 0.3) </a:t>
                      </a:r>
                      <a:r>
                        <a:rPr lang="en-US" dirty="0" err="1"/>
                        <a:t>exactamente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 punto </a:t>
                      </a:r>
                      <a:r>
                        <a:rPr lang="en-US" dirty="0" err="1"/>
                        <a:t>flotante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03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2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468D-45F8-823B-2839-C575FD6E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Tipos de errores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52CBC5-C687-577C-B975-6DB236D33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849803"/>
              </p:ext>
            </p:extLst>
          </p:nvPr>
        </p:nvGraphicFramePr>
        <p:xfrm>
          <a:off x="1143000" y="2057400"/>
          <a:ext cx="9872663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555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30E7-8882-92F7-393A-0409F6EE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Experimento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43941-889A-9FC5-D96C-145765125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print(format(0.1,'.20f'))</a:t>
            </a:r>
          </a:p>
        </p:txBody>
      </p:sp>
    </p:spTree>
    <p:extLst>
      <p:ext uri="{BB962C8B-B14F-4D97-AF65-F5344CB8AC3E}">
        <p14:creationId xmlns:p14="http://schemas.microsoft.com/office/powerpoint/2010/main" val="278357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7655-07E2-EB59-4EDE-36F5A35C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Errores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1B62A-34F1-E5FA-F76A-086135C00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Error absoluto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015BA4-1BC0-F89F-811B-9E79769A05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02669" y="3834080"/>
            <a:ext cx="4435224" cy="115834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DB9A9-1859-B58A-FA23-B074AA70C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419" dirty="0"/>
              <a:t>Error relativo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24A812E-428E-A52B-5A9D-0695202BC7C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56310" y="3382080"/>
            <a:ext cx="4580017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19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DDF4-FCDC-3FBE-336B-AAC74FAA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4ABBD-4313-69A8-B78D-21ADD48F8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9292691"/>
              </p:ext>
            </p:extLst>
          </p:nvPr>
        </p:nvGraphicFramePr>
        <p:xfrm>
          <a:off x="1143000" y="2057400"/>
          <a:ext cx="9872660" cy="419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532">
                  <a:extLst>
                    <a:ext uri="{9D8B030D-6E8A-4147-A177-3AD203B41FA5}">
                      <a16:colId xmlns:a16="http://schemas.microsoft.com/office/drawing/2014/main" val="1522181075"/>
                    </a:ext>
                  </a:extLst>
                </a:gridCol>
                <a:gridCol w="1974532">
                  <a:extLst>
                    <a:ext uri="{9D8B030D-6E8A-4147-A177-3AD203B41FA5}">
                      <a16:colId xmlns:a16="http://schemas.microsoft.com/office/drawing/2014/main" val="1411088820"/>
                    </a:ext>
                  </a:extLst>
                </a:gridCol>
                <a:gridCol w="1974532">
                  <a:extLst>
                    <a:ext uri="{9D8B030D-6E8A-4147-A177-3AD203B41FA5}">
                      <a16:colId xmlns:a16="http://schemas.microsoft.com/office/drawing/2014/main" val="1617109870"/>
                    </a:ext>
                  </a:extLst>
                </a:gridCol>
                <a:gridCol w="1974532">
                  <a:extLst>
                    <a:ext uri="{9D8B030D-6E8A-4147-A177-3AD203B41FA5}">
                      <a16:colId xmlns:a16="http://schemas.microsoft.com/office/drawing/2014/main" val="2516052656"/>
                    </a:ext>
                  </a:extLst>
                </a:gridCol>
                <a:gridCol w="1974532">
                  <a:extLst>
                    <a:ext uri="{9D8B030D-6E8A-4147-A177-3AD203B41FA5}">
                      <a16:colId xmlns:a16="http://schemas.microsoft.com/office/drawing/2014/main" val="3977480244"/>
                    </a:ext>
                  </a:extLst>
                </a:gridCol>
              </a:tblGrid>
              <a:tr h="10754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Valor real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Valor aproximado (\hat{x})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Error absoluto (E_a)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Error relativo (E_r)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Error porcentual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914913"/>
                  </a:ext>
                </a:extLst>
              </a:tr>
              <a:tr h="623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470350"/>
                  </a:ext>
                </a:extLst>
              </a:tr>
              <a:tr h="623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2.0 %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996301"/>
                  </a:ext>
                </a:extLst>
              </a:tr>
              <a:tr h="623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1.0 %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789943"/>
                  </a:ext>
                </a:extLst>
              </a:tr>
              <a:tr h="623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10.0 %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632498"/>
                  </a:ext>
                </a:extLst>
              </a:tr>
              <a:tr h="6231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Pi = 3.141592654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0.001592654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0.000507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0.0507 %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71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76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2158-3B2C-AB64-EE68-E2B32DE3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Redondeo vs Truncamiento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7ED9D-7088-25F5-8DC5-679B72EB0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Redondeo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B2FA9-B0E1-B0F3-F24A-CA96E645D1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Valor real</a:t>
            </a:r>
          </a:p>
          <a:p>
            <a:pPr marL="45720" indent="0">
              <a:buNone/>
            </a:pPr>
            <a:r>
              <a:rPr lang="en-US" dirty="0"/>
              <a:t>3.1415926535</a:t>
            </a:r>
          </a:p>
          <a:p>
            <a:r>
              <a:rPr lang="en-US" dirty="0"/>
              <a:t>Con cuatro </a:t>
            </a:r>
            <a:r>
              <a:rPr lang="en-US" dirty="0" err="1"/>
              <a:t>cifras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3.142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1347F-7191-A0B2-3F58-E46995F47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419" dirty="0"/>
              <a:t>Truncamiento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2511D-0A02-E1F5-786C-00D265B24AB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419" dirty="0"/>
              <a:t>Valor real</a:t>
            </a:r>
          </a:p>
          <a:p>
            <a:pPr marL="45720" indent="0">
              <a:buNone/>
            </a:pPr>
            <a:r>
              <a:rPr lang="es-419" dirty="0"/>
              <a:t>3.1415926535</a:t>
            </a:r>
          </a:p>
          <a:p>
            <a:r>
              <a:rPr lang="es-419" dirty="0"/>
              <a:t>Con cuatro cifras</a:t>
            </a:r>
          </a:p>
          <a:p>
            <a:pPr marL="45720" indent="0">
              <a:buNone/>
            </a:pPr>
            <a:r>
              <a:rPr lang="es-419" dirty="0"/>
              <a:t>3.141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3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0E28-8B66-08DF-3599-4467CE07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Buenas prácticas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D8F75-806A-2B0A-C830-8B409DA96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restar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muy </a:t>
            </a:r>
            <a:r>
              <a:rPr lang="en-US" dirty="0" err="1"/>
              <a:t>similares</a:t>
            </a:r>
            <a:r>
              <a:rPr lang="en-US" dirty="0"/>
              <a:t>. </a:t>
            </a:r>
          </a:p>
          <a:p>
            <a:r>
              <a:rPr lang="en-US" dirty="0" err="1"/>
              <a:t>Escalar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 </a:t>
            </a:r>
            <a:r>
              <a:rPr lang="en-US" dirty="0" err="1"/>
              <a:t>Preferir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estables</a:t>
            </a:r>
            <a:r>
              <a:rPr lang="en-US" dirty="0"/>
              <a:t>. </a:t>
            </a:r>
          </a:p>
          <a:p>
            <a:r>
              <a:rPr lang="en-US" dirty="0"/>
              <a:t>No </a:t>
            </a:r>
            <a:r>
              <a:rPr lang="en-US" dirty="0" err="1"/>
              <a:t>comparar</a:t>
            </a:r>
            <a:r>
              <a:rPr lang="en-US" dirty="0"/>
              <a:t> </a:t>
            </a:r>
            <a:r>
              <a:rPr lang="en-US" dirty="0" err="1"/>
              <a:t>flotantes</a:t>
            </a:r>
            <a:r>
              <a:rPr lang="en-US" dirty="0"/>
              <a:t> con ==. </a:t>
            </a:r>
          </a:p>
          <a:p>
            <a:r>
              <a:rPr lang="en-US" dirty="0"/>
              <a:t>Usar </a:t>
            </a:r>
            <a:r>
              <a:rPr lang="en-US" dirty="0" err="1"/>
              <a:t>tolerancias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77256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78</TotalTime>
  <Words>305</Words>
  <Application>Microsoft Office PowerPoint</Application>
  <PresentationFormat>Widescreen</PresentationFormat>
  <Paragraphs>86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Corbel</vt:lpstr>
      <vt:lpstr>Courier New</vt:lpstr>
      <vt:lpstr>Basis</vt:lpstr>
      <vt:lpstr>Errores numéricos</vt:lpstr>
      <vt:lpstr>Objetivos</vt:lpstr>
      <vt:lpstr>¿Por qué estudiar errores?</vt:lpstr>
      <vt:lpstr>Tipos de errores</vt:lpstr>
      <vt:lpstr>Experimento</vt:lpstr>
      <vt:lpstr>Errores</vt:lpstr>
      <vt:lpstr>Ejemplos</vt:lpstr>
      <vt:lpstr>Redondeo vs Truncamiento</vt:lpstr>
      <vt:lpstr>Buenas prácticas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Susana Aubad</dc:creator>
  <cp:lastModifiedBy>Susana Aubad</cp:lastModifiedBy>
  <cp:revision>1</cp:revision>
  <dcterms:created xsi:type="dcterms:W3CDTF">2026-07-15T17:08:42Z</dcterms:created>
  <dcterms:modified xsi:type="dcterms:W3CDTF">2026-07-15T18:26:49Z</dcterms:modified>
</cp:coreProperties>
</file>